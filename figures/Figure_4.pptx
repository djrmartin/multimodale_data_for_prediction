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4" r:id="rId1"/>
  </p:sldMasterIdLst>
  <p:sldIdLst>
    <p:sldId id="256" r:id="rId2"/>
  </p:sldIdLst>
  <p:sldSz cx="3060700" cy="16192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32221"/>
    <a:srgbClr val="6495ED"/>
    <a:srgbClr val="C55A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7"/>
    <p:restoredTop sz="94668"/>
  </p:normalViewPr>
  <p:slideViewPr>
    <p:cSldViewPr snapToGrid="0">
      <p:cViewPr>
        <p:scale>
          <a:sx n="231" d="100"/>
          <a:sy n="231" d="100"/>
        </p:scale>
        <p:origin x="2408" y="1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82588" y="265002"/>
            <a:ext cx="2295525" cy="563739"/>
          </a:xfrm>
        </p:spPr>
        <p:txBody>
          <a:bodyPr anchor="b"/>
          <a:lstStyle>
            <a:lvl1pPr algn="ctr">
              <a:defRPr sz="141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2588" y="850481"/>
            <a:ext cx="2295525" cy="390944"/>
          </a:xfrm>
        </p:spPr>
        <p:txBody>
          <a:bodyPr/>
          <a:lstStyle>
            <a:lvl1pPr marL="0" indent="0" algn="ctr">
              <a:buNone/>
              <a:defRPr sz="567"/>
            </a:lvl1pPr>
            <a:lvl2pPr marL="107945" indent="0" algn="ctr">
              <a:buNone/>
              <a:defRPr sz="472"/>
            </a:lvl2pPr>
            <a:lvl3pPr marL="215890" indent="0" algn="ctr">
              <a:buNone/>
              <a:defRPr sz="425"/>
            </a:lvl3pPr>
            <a:lvl4pPr marL="323835" indent="0" algn="ctr">
              <a:buNone/>
              <a:defRPr sz="378"/>
            </a:lvl4pPr>
            <a:lvl5pPr marL="431780" indent="0" algn="ctr">
              <a:buNone/>
              <a:defRPr sz="378"/>
            </a:lvl5pPr>
            <a:lvl6pPr marL="539725" indent="0" algn="ctr">
              <a:buNone/>
              <a:defRPr sz="378"/>
            </a:lvl6pPr>
            <a:lvl7pPr marL="647670" indent="0" algn="ctr">
              <a:buNone/>
              <a:defRPr sz="378"/>
            </a:lvl7pPr>
            <a:lvl8pPr marL="755614" indent="0" algn="ctr">
              <a:buNone/>
              <a:defRPr sz="378"/>
            </a:lvl8pPr>
            <a:lvl9pPr marL="863559" indent="0" algn="ctr">
              <a:buNone/>
              <a:defRPr sz="378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160DB6-C0DC-8946-AD05-C0754294CFDE}" type="datetimeFigureOut">
              <a:rPr lang="fr-FR" smtClean="0"/>
              <a:t>17/07/2025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D8DCD-6CC0-4E44-853D-152A61D9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86835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160DB6-C0DC-8946-AD05-C0754294CFDE}" type="datetimeFigureOut">
              <a:rPr lang="fr-FR" smtClean="0"/>
              <a:t>17/07/2025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D8DCD-6CC0-4E44-853D-152A61D9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461213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829" y="403688"/>
            <a:ext cx="2639854" cy="673563"/>
          </a:xfrm>
        </p:spPr>
        <p:txBody>
          <a:bodyPr anchor="b"/>
          <a:lstStyle>
            <a:lvl1pPr>
              <a:defRPr sz="141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829" y="1083623"/>
            <a:ext cx="2639854" cy="354211"/>
          </a:xfrm>
        </p:spPr>
        <p:txBody>
          <a:bodyPr/>
          <a:lstStyle>
            <a:lvl1pPr marL="0" indent="0">
              <a:buNone/>
              <a:defRPr sz="567">
                <a:solidFill>
                  <a:schemeClr val="tx1">
                    <a:tint val="75000"/>
                  </a:schemeClr>
                </a:solidFill>
              </a:defRPr>
            </a:lvl1pPr>
            <a:lvl2pPr marL="107945" indent="0">
              <a:buNone/>
              <a:defRPr sz="472">
                <a:solidFill>
                  <a:schemeClr val="tx1">
                    <a:tint val="75000"/>
                  </a:schemeClr>
                </a:solidFill>
              </a:defRPr>
            </a:lvl2pPr>
            <a:lvl3pPr marL="215890" indent="0">
              <a:buNone/>
              <a:defRPr sz="425">
                <a:solidFill>
                  <a:schemeClr val="tx1">
                    <a:tint val="75000"/>
                  </a:schemeClr>
                </a:solidFill>
              </a:defRPr>
            </a:lvl3pPr>
            <a:lvl4pPr marL="323835" indent="0">
              <a:buNone/>
              <a:defRPr sz="378">
                <a:solidFill>
                  <a:schemeClr val="tx1">
                    <a:tint val="75000"/>
                  </a:schemeClr>
                </a:solidFill>
              </a:defRPr>
            </a:lvl4pPr>
            <a:lvl5pPr marL="431780" indent="0">
              <a:buNone/>
              <a:defRPr sz="378">
                <a:solidFill>
                  <a:schemeClr val="tx1">
                    <a:tint val="75000"/>
                  </a:schemeClr>
                </a:solidFill>
              </a:defRPr>
            </a:lvl5pPr>
            <a:lvl6pPr marL="539725" indent="0">
              <a:buNone/>
              <a:defRPr sz="378">
                <a:solidFill>
                  <a:schemeClr val="tx1">
                    <a:tint val="75000"/>
                  </a:schemeClr>
                </a:solidFill>
              </a:defRPr>
            </a:lvl6pPr>
            <a:lvl7pPr marL="647670" indent="0">
              <a:buNone/>
              <a:defRPr sz="378">
                <a:solidFill>
                  <a:schemeClr val="tx1">
                    <a:tint val="75000"/>
                  </a:schemeClr>
                </a:solidFill>
              </a:defRPr>
            </a:lvl7pPr>
            <a:lvl8pPr marL="755614" indent="0">
              <a:buNone/>
              <a:defRPr sz="378">
                <a:solidFill>
                  <a:schemeClr val="tx1">
                    <a:tint val="75000"/>
                  </a:schemeClr>
                </a:solidFill>
              </a:defRPr>
            </a:lvl8pPr>
            <a:lvl9pPr marL="863559" indent="0">
              <a:buNone/>
              <a:defRPr sz="37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160DB6-C0DC-8946-AD05-C0754294CFDE}" type="datetimeFigureOut">
              <a:rPr lang="fr-FR" smtClean="0"/>
              <a:t>17/07/2025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D8DCD-6CC0-4E44-853D-152A61D9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6386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0423" y="431050"/>
            <a:ext cx="1300798" cy="1027399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49479" y="431050"/>
            <a:ext cx="1300798" cy="1027399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160DB6-C0DC-8946-AD05-C0754294CFDE}" type="datetimeFigureOut">
              <a:rPr lang="fr-FR" smtClean="0"/>
              <a:t>17/07/2025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D8DCD-6CC0-4E44-853D-152A61D9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680895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0822" y="86210"/>
            <a:ext cx="2639854" cy="31298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0822" y="396941"/>
            <a:ext cx="1294819" cy="194535"/>
          </a:xfrm>
        </p:spPr>
        <p:txBody>
          <a:bodyPr anchor="b"/>
          <a:lstStyle>
            <a:lvl1pPr marL="0" indent="0">
              <a:buNone/>
              <a:defRPr sz="567" b="1"/>
            </a:lvl1pPr>
            <a:lvl2pPr marL="107945" indent="0">
              <a:buNone/>
              <a:defRPr sz="472" b="1"/>
            </a:lvl2pPr>
            <a:lvl3pPr marL="215890" indent="0">
              <a:buNone/>
              <a:defRPr sz="425" b="1"/>
            </a:lvl3pPr>
            <a:lvl4pPr marL="323835" indent="0">
              <a:buNone/>
              <a:defRPr sz="378" b="1"/>
            </a:lvl4pPr>
            <a:lvl5pPr marL="431780" indent="0">
              <a:buNone/>
              <a:defRPr sz="378" b="1"/>
            </a:lvl5pPr>
            <a:lvl6pPr marL="539725" indent="0">
              <a:buNone/>
              <a:defRPr sz="378" b="1"/>
            </a:lvl6pPr>
            <a:lvl7pPr marL="647670" indent="0">
              <a:buNone/>
              <a:defRPr sz="378" b="1"/>
            </a:lvl7pPr>
            <a:lvl8pPr marL="755614" indent="0">
              <a:buNone/>
              <a:defRPr sz="378" b="1"/>
            </a:lvl8pPr>
            <a:lvl9pPr marL="863559" indent="0">
              <a:buNone/>
              <a:defRPr sz="378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0822" y="591476"/>
            <a:ext cx="1294819" cy="86997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49479" y="396941"/>
            <a:ext cx="1301196" cy="194535"/>
          </a:xfrm>
        </p:spPr>
        <p:txBody>
          <a:bodyPr anchor="b"/>
          <a:lstStyle>
            <a:lvl1pPr marL="0" indent="0">
              <a:buNone/>
              <a:defRPr sz="567" b="1"/>
            </a:lvl1pPr>
            <a:lvl2pPr marL="107945" indent="0">
              <a:buNone/>
              <a:defRPr sz="472" b="1"/>
            </a:lvl2pPr>
            <a:lvl3pPr marL="215890" indent="0">
              <a:buNone/>
              <a:defRPr sz="425" b="1"/>
            </a:lvl3pPr>
            <a:lvl4pPr marL="323835" indent="0">
              <a:buNone/>
              <a:defRPr sz="378" b="1"/>
            </a:lvl4pPr>
            <a:lvl5pPr marL="431780" indent="0">
              <a:buNone/>
              <a:defRPr sz="378" b="1"/>
            </a:lvl5pPr>
            <a:lvl6pPr marL="539725" indent="0">
              <a:buNone/>
              <a:defRPr sz="378" b="1"/>
            </a:lvl6pPr>
            <a:lvl7pPr marL="647670" indent="0">
              <a:buNone/>
              <a:defRPr sz="378" b="1"/>
            </a:lvl7pPr>
            <a:lvl8pPr marL="755614" indent="0">
              <a:buNone/>
              <a:defRPr sz="378" b="1"/>
            </a:lvl8pPr>
            <a:lvl9pPr marL="863559" indent="0">
              <a:buNone/>
              <a:defRPr sz="378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49479" y="591476"/>
            <a:ext cx="1301196" cy="86997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160DB6-C0DC-8946-AD05-C0754294CFDE}" type="datetimeFigureOut">
              <a:rPr lang="fr-FR" smtClean="0"/>
              <a:t>17/07/2025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D8DCD-6CC0-4E44-853D-152A61D9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163430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160DB6-C0DC-8946-AD05-C0754294CFDE}" type="datetimeFigureOut">
              <a:rPr lang="fr-FR" smtClean="0"/>
              <a:t>17/07/2025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D8DCD-6CC0-4E44-853D-152A61D9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99008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160DB6-C0DC-8946-AD05-C0754294CFDE}" type="datetimeFigureOut">
              <a:rPr lang="fr-FR" smtClean="0"/>
              <a:t>17/07/2025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D8DCD-6CC0-4E44-853D-152A61D9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75431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0822" y="107950"/>
            <a:ext cx="987155" cy="377825"/>
          </a:xfrm>
        </p:spPr>
        <p:txBody>
          <a:bodyPr anchor="b"/>
          <a:lstStyle>
            <a:lvl1pPr>
              <a:defRPr sz="756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01196" y="233142"/>
            <a:ext cx="1549479" cy="1150717"/>
          </a:xfrm>
        </p:spPr>
        <p:txBody>
          <a:bodyPr/>
          <a:lstStyle>
            <a:lvl1pPr>
              <a:defRPr sz="756"/>
            </a:lvl1pPr>
            <a:lvl2pPr>
              <a:defRPr sz="661"/>
            </a:lvl2pPr>
            <a:lvl3pPr>
              <a:defRPr sz="567"/>
            </a:lvl3pPr>
            <a:lvl4pPr>
              <a:defRPr sz="472"/>
            </a:lvl4pPr>
            <a:lvl5pPr>
              <a:defRPr sz="472"/>
            </a:lvl5pPr>
            <a:lvl6pPr>
              <a:defRPr sz="472"/>
            </a:lvl6pPr>
            <a:lvl7pPr>
              <a:defRPr sz="472"/>
            </a:lvl7pPr>
            <a:lvl8pPr>
              <a:defRPr sz="472"/>
            </a:lvl8pPr>
            <a:lvl9pPr>
              <a:defRPr sz="472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0822" y="485775"/>
            <a:ext cx="987155" cy="899958"/>
          </a:xfrm>
        </p:spPr>
        <p:txBody>
          <a:bodyPr/>
          <a:lstStyle>
            <a:lvl1pPr marL="0" indent="0">
              <a:buNone/>
              <a:defRPr sz="378"/>
            </a:lvl1pPr>
            <a:lvl2pPr marL="107945" indent="0">
              <a:buNone/>
              <a:defRPr sz="331"/>
            </a:lvl2pPr>
            <a:lvl3pPr marL="215890" indent="0">
              <a:buNone/>
              <a:defRPr sz="283"/>
            </a:lvl3pPr>
            <a:lvl4pPr marL="323835" indent="0">
              <a:buNone/>
              <a:defRPr sz="236"/>
            </a:lvl4pPr>
            <a:lvl5pPr marL="431780" indent="0">
              <a:buNone/>
              <a:defRPr sz="236"/>
            </a:lvl5pPr>
            <a:lvl6pPr marL="539725" indent="0">
              <a:buNone/>
              <a:defRPr sz="236"/>
            </a:lvl6pPr>
            <a:lvl7pPr marL="647670" indent="0">
              <a:buNone/>
              <a:defRPr sz="236"/>
            </a:lvl7pPr>
            <a:lvl8pPr marL="755614" indent="0">
              <a:buNone/>
              <a:defRPr sz="236"/>
            </a:lvl8pPr>
            <a:lvl9pPr marL="863559" indent="0">
              <a:buNone/>
              <a:defRPr sz="236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160DB6-C0DC-8946-AD05-C0754294CFDE}" type="datetimeFigureOut">
              <a:rPr lang="fr-FR" smtClean="0"/>
              <a:t>17/07/2025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D8DCD-6CC0-4E44-853D-152A61D9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80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0822" y="107950"/>
            <a:ext cx="987155" cy="377825"/>
          </a:xfrm>
        </p:spPr>
        <p:txBody>
          <a:bodyPr anchor="b"/>
          <a:lstStyle>
            <a:lvl1pPr>
              <a:defRPr sz="756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01196" y="233142"/>
            <a:ext cx="1549479" cy="1150717"/>
          </a:xfrm>
        </p:spPr>
        <p:txBody>
          <a:bodyPr anchor="t"/>
          <a:lstStyle>
            <a:lvl1pPr marL="0" indent="0">
              <a:buNone/>
              <a:defRPr sz="756"/>
            </a:lvl1pPr>
            <a:lvl2pPr marL="107945" indent="0">
              <a:buNone/>
              <a:defRPr sz="661"/>
            </a:lvl2pPr>
            <a:lvl3pPr marL="215890" indent="0">
              <a:buNone/>
              <a:defRPr sz="567"/>
            </a:lvl3pPr>
            <a:lvl4pPr marL="323835" indent="0">
              <a:buNone/>
              <a:defRPr sz="472"/>
            </a:lvl4pPr>
            <a:lvl5pPr marL="431780" indent="0">
              <a:buNone/>
              <a:defRPr sz="472"/>
            </a:lvl5pPr>
            <a:lvl6pPr marL="539725" indent="0">
              <a:buNone/>
              <a:defRPr sz="472"/>
            </a:lvl6pPr>
            <a:lvl7pPr marL="647670" indent="0">
              <a:buNone/>
              <a:defRPr sz="472"/>
            </a:lvl7pPr>
            <a:lvl8pPr marL="755614" indent="0">
              <a:buNone/>
              <a:defRPr sz="472"/>
            </a:lvl8pPr>
            <a:lvl9pPr marL="863559" indent="0">
              <a:buNone/>
              <a:defRPr sz="472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0822" y="485775"/>
            <a:ext cx="987155" cy="899958"/>
          </a:xfrm>
        </p:spPr>
        <p:txBody>
          <a:bodyPr/>
          <a:lstStyle>
            <a:lvl1pPr marL="0" indent="0">
              <a:buNone/>
              <a:defRPr sz="378"/>
            </a:lvl1pPr>
            <a:lvl2pPr marL="107945" indent="0">
              <a:buNone/>
              <a:defRPr sz="331"/>
            </a:lvl2pPr>
            <a:lvl3pPr marL="215890" indent="0">
              <a:buNone/>
              <a:defRPr sz="283"/>
            </a:lvl3pPr>
            <a:lvl4pPr marL="323835" indent="0">
              <a:buNone/>
              <a:defRPr sz="236"/>
            </a:lvl4pPr>
            <a:lvl5pPr marL="431780" indent="0">
              <a:buNone/>
              <a:defRPr sz="236"/>
            </a:lvl5pPr>
            <a:lvl6pPr marL="539725" indent="0">
              <a:buNone/>
              <a:defRPr sz="236"/>
            </a:lvl6pPr>
            <a:lvl7pPr marL="647670" indent="0">
              <a:buNone/>
              <a:defRPr sz="236"/>
            </a:lvl7pPr>
            <a:lvl8pPr marL="755614" indent="0">
              <a:buNone/>
              <a:defRPr sz="236"/>
            </a:lvl8pPr>
            <a:lvl9pPr marL="863559" indent="0">
              <a:buNone/>
              <a:defRPr sz="236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160DB6-C0DC-8946-AD05-C0754294CFDE}" type="datetimeFigureOut">
              <a:rPr lang="fr-FR" smtClean="0"/>
              <a:t>17/07/2025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D8DCD-6CC0-4E44-853D-152A61D9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7208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160DB6-C0DC-8946-AD05-C0754294CFDE}" type="datetimeFigureOut">
              <a:rPr lang="fr-FR" smtClean="0"/>
              <a:t>17/07/2025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D8DCD-6CC0-4E44-853D-152A61D9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27064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90314" y="86210"/>
            <a:ext cx="659963" cy="1372240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0423" y="86210"/>
            <a:ext cx="1941632" cy="137224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160DB6-C0DC-8946-AD05-C0754294CFDE}" type="datetimeFigureOut">
              <a:rPr lang="fr-FR" smtClean="0"/>
              <a:t>17/07/2025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D8DCD-6CC0-4E44-853D-152A61D9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28330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10423" y="86210"/>
            <a:ext cx="2639854" cy="3129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0423" y="431050"/>
            <a:ext cx="2639854" cy="10273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10423" y="1500805"/>
            <a:ext cx="688658" cy="8621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160DB6-C0DC-8946-AD05-C0754294CFDE}" type="datetimeFigureOut">
              <a:rPr lang="fr-FR" smtClean="0"/>
              <a:t>17/07/2025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13857" y="1500805"/>
            <a:ext cx="1032986" cy="8621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61619" y="1500805"/>
            <a:ext cx="688658" cy="8621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9D8DCD-6CC0-4E44-853D-152A61D9148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20783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l" defTabSz="215890" rtl="0" eaLnBrk="1" latinLnBrk="0" hangingPunct="1">
        <a:lnSpc>
          <a:spcPct val="90000"/>
        </a:lnSpc>
        <a:spcBef>
          <a:spcPct val="0"/>
        </a:spcBef>
        <a:buNone/>
        <a:defRPr sz="103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972" indent="-53972" algn="l" defTabSz="215890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661" kern="1200">
          <a:solidFill>
            <a:schemeClr val="tx1"/>
          </a:solidFill>
          <a:latin typeface="+mn-lt"/>
          <a:ea typeface="+mn-ea"/>
          <a:cs typeface="+mn-cs"/>
        </a:defRPr>
      </a:lvl1pPr>
      <a:lvl2pPr marL="161917" indent="-53972" algn="l" defTabSz="215890" rtl="0" eaLnBrk="1" latinLnBrk="0" hangingPunct="1">
        <a:lnSpc>
          <a:spcPct val="90000"/>
        </a:lnSpc>
        <a:spcBef>
          <a:spcPts val="118"/>
        </a:spcBef>
        <a:buFont typeface="Arial" panose="020B0604020202020204" pitchFamily="34" charset="0"/>
        <a:buChar char="•"/>
        <a:defRPr sz="567" kern="1200">
          <a:solidFill>
            <a:schemeClr val="tx1"/>
          </a:solidFill>
          <a:latin typeface="+mn-lt"/>
          <a:ea typeface="+mn-ea"/>
          <a:cs typeface="+mn-cs"/>
        </a:defRPr>
      </a:lvl2pPr>
      <a:lvl3pPr marL="269862" indent="-53972" algn="l" defTabSz="215890" rtl="0" eaLnBrk="1" latinLnBrk="0" hangingPunct="1">
        <a:lnSpc>
          <a:spcPct val="90000"/>
        </a:lnSpc>
        <a:spcBef>
          <a:spcPts val="118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3pPr>
      <a:lvl4pPr marL="377807" indent="-53972" algn="l" defTabSz="215890" rtl="0" eaLnBrk="1" latinLnBrk="0" hangingPunct="1">
        <a:lnSpc>
          <a:spcPct val="90000"/>
        </a:lnSpc>
        <a:spcBef>
          <a:spcPts val="118"/>
        </a:spcBef>
        <a:buFont typeface="Arial" panose="020B0604020202020204" pitchFamily="34" charset="0"/>
        <a:buChar char="•"/>
        <a:defRPr sz="425" kern="1200">
          <a:solidFill>
            <a:schemeClr val="tx1"/>
          </a:solidFill>
          <a:latin typeface="+mn-lt"/>
          <a:ea typeface="+mn-ea"/>
          <a:cs typeface="+mn-cs"/>
        </a:defRPr>
      </a:lvl4pPr>
      <a:lvl5pPr marL="485752" indent="-53972" algn="l" defTabSz="215890" rtl="0" eaLnBrk="1" latinLnBrk="0" hangingPunct="1">
        <a:lnSpc>
          <a:spcPct val="90000"/>
        </a:lnSpc>
        <a:spcBef>
          <a:spcPts val="118"/>
        </a:spcBef>
        <a:buFont typeface="Arial" panose="020B0604020202020204" pitchFamily="34" charset="0"/>
        <a:buChar char="•"/>
        <a:defRPr sz="425" kern="1200">
          <a:solidFill>
            <a:schemeClr val="tx1"/>
          </a:solidFill>
          <a:latin typeface="+mn-lt"/>
          <a:ea typeface="+mn-ea"/>
          <a:cs typeface="+mn-cs"/>
        </a:defRPr>
      </a:lvl5pPr>
      <a:lvl6pPr marL="593697" indent="-53972" algn="l" defTabSz="215890" rtl="0" eaLnBrk="1" latinLnBrk="0" hangingPunct="1">
        <a:lnSpc>
          <a:spcPct val="90000"/>
        </a:lnSpc>
        <a:spcBef>
          <a:spcPts val="118"/>
        </a:spcBef>
        <a:buFont typeface="Arial" panose="020B0604020202020204" pitchFamily="34" charset="0"/>
        <a:buChar char="•"/>
        <a:defRPr sz="425" kern="1200">
          <a:solidFill>
            <a:schemeClr val="tx1"/>
          </a:solidFill>
          <a:latin typeface="+mn-lt"/>
          <a:ea typeface="+mn-ea"/>
          <a:cs typeface="+mn-cs"/>
        </a:defRPr>
      </a:lvl6pPr>
      <a:lvl7pPr marL="701642" indent="-53972" algn="l" defTabSz="215890" rtl="0" eaLnBrk="1" latinLnBrk="0" hangingPunct="1">
        <a:lnSpc>
          <a:spcPct val="90000"/>
        </a:lnSpc>
        <a:spcBef>
          <a:spcPts val="118"/>
        </a:spcBef>
        <a:buFont typeface="Arial" panose="020B0604020202020204" pitchFamily="34" charset="0"/>
        <a:buChar char="•"/>
        <a:defRPr sz="425" kern="1200">
          <a:solidFill>
            <a:schemeClr val="tx1"/>
          </a:solidFill>
          <a:latin typeface="+mn-lt"/>
          <a:ea typeface="+mn-ea"/>
          <a:cs typeface="+mn-cs"/>
        </a:defRPr>
      </a:lvl7pPr>
      <a:lvl8pPr marL="809587" indent="-53972" algn="l" defTabSz="215890" rtl="0" eaLnBrk="1" latinLnBrk="0" hangingPunct="1">
        <a:lnSpc>
          <a:spcPct val="90000"/>
        </a:lnSpc>
        <a:spcBef>
          <a:spcPts val="118"/>
        </a:spcBef>
        <a:buFont typeface="Arial" panose="020B0604020202020204" pitchFamily="34" charset="0"/>
        <a:buChar char="•"/>
        <a:defRPr sz="425" kern="1200">
          <a:solidFill>
            <a:schemeClr val="tx1"/>
          </a:solidFill>
          <a:latin typeface="+mn-lt"/>
          <a:ea typeface="+mn-ea"/>
          <a:cs typeface="+mn-cs"/>
        </a:defRPr>
      </a:lvl8pPr>
      <a:lvl9pPr marL="917532" indent="-53972" algn="l" defTabSz="215890" rtl="0" eaLnBrk="1" latinLnBrk="0" hangingPunct="1">
        <a:lnSpc>
          <a:spcPct val="90000"/>
        </a:lnSpc>
        <a:spcBef>
          <a:spcPts val="118"/>
        </a:spcBef>
        <a:buFont typeface="Arial" panose="020B0604020202020204" pitchFamily="34" charset="0"/>
        <a:buChar char="•"/>
        <a:defRPr sz="4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5890" rtl="0" eaLnBrk="1" latinLnBrk="0" hangingPunct="1">
        <a:defRPr sz="425" kern="1200">
          <a:solidFill>
            <a:schemeClr val="tx1"/>
          </a:solidFill>
          <a:latin typeface="+mn-lt"/>
          <a:ea typeface="+mn-ea"/>
          <a:cs typeface="+mn-cs"/>
        </a:defRPr>
      </a:lvl1pPr>
      <a:lvl2pPr marL="107945" algn="l" defTabSz="215890" rtl="0" eaLnBrk="1" latinLnBrk="0" hangingPunct="1">
        <a:defRPr sz="425" kern="1200">
          <a:solidFill>
            <a:schemeClr val="tx1"/>
          </a:solidFill>
          <a:latin typeface="+mn-lt"/>
          <a:ea typeface="+mn-ea"/>
          <a:cs typeface="+mn-cs"/>
        </a:defRPr>
      </a:lvl2pPr>
      <a:lvl3pPr marL="215890" algn="l" defTabSz="215890" rtl="0" eaLnBrk="1" latinLnBrk="0" hangingPunct="1">
        <a:defRPr sz="425" kern="1200">
          <a:solidFill>
            <a:schemeClr val="tx1"/>
          </a:solidFill>
          <a:latin typeface="+mn-lt"/>
          <a:ea typeface="+mn-ea"/>
          <a:cs typeface="+mn-cs"/>
        </a:defRPr>
      </a:lvl3pPr>
      <a:lvl4pPr marL="323835" algn="l" defTabSz="215890" rtl="0" eaLnBrk="1" latinLnBrk="0" hangingPunct="1">
        <a:defRPr sz="425" kern="1200">
          <a:solidFill>
            <a:schemeClr val="tx1"/>
          </a:solidFill>
          <a:latin typeface="+mn-lt"/>
          <a:ea typeface="+mn-ea"/>
          <a:cs typeface="+mn-cs"/>
        </a:defRPr>
      </a:lvl4pPr>
      <a:lvl5pPr marL="431780" algn="l" defTabSz="215890" rtl="0" eaLnBrk="1" latinLnBrk="0" hangingPunct="1">
        <a:defRPr sz="425" kern="1200">
          <a:solidFill>
            <a:schemeClr val="tx1"/>
          </a:solidFill>
          <a:latin typeface="+mn-lt"/>
          <a:ea typeface="+mn-ea"/>
          <a:cs typeface="+mn-cs"/>
        </a:defRPr>
      </a:lvl5pPr>
      <a:lvl6pPr marL="539725" algn="l" defTabSz="215890" rtl="0" eaLnBrk="1" latinLnBrk="0" hangingPunct="1">
        <a:defRPr sz="425" kern="1200">
          <a:solidFill>
            <a:schemeClr val="tx1"/>
          </a:solidFill>
          <a:latin typeface="+mn-lt"/>
          <a:ea typeface="+mn-ea"/>
          <a:cs typeface="+mn-cs"/>
        </a:defRPr>
      </a:lvl6pPr>
      <a:lvl7pPr marL="647670" algn="l" defTabSz="215890" rtl="0" eaLnBrk="1" latinLnBrk="0" hangingPunct="1">
        <a:defRPr sz="425" kern="1200">
          <a:solidFill>
            <a:schemeClr val="tx1"/>
          </a:solidFill>
          <a:latin typeface="+mn-lt"/>
          <a:ea typeface="+mn-ea"/>
          <a:cs typeface="+mn-cs"/>
        </a:defRPr>
      </a:lvl7pPr>
      <a:lvl8pPr marL="755614" algn="l" defTabSz="215890" rtl="0" eaLnBrk="1" latinLnBrk="0" hangingPunct="1">
        <a:defRPr sz="425" kern="1200">
          <a:solidFill>
            <a:schemeClr val="tx1"/>
          </a:solidFill>
          <a:latin typeface="+mn-lt"/>
          <a:ea typeface="+mn-ea"/>
          <a:cs typeface="+mn-cs"/>
        </a:defRPr>
      </a:lvl8pPr>
      <a:lvl9pPr marL="863559" algn="l" defTabSz="215890" rtl="0" eaLnBrk="1" latinLnBrk="0" hangingPunct="1">
        <a:defRPr sz="4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ZoneTexte 19">
            <a:extLst>
              <a:ext uri="{FF2B5EF4-FFF2-40B4-BE49-F238E27FC236}">
                <a16:creationId xmlns:a16="http://schemas.microsoft.com/office/drawing/2014/main" id="{72E01FBA-D518-D770-65C9-CA3D02D9B0E7}"/>
              </a:ext>
            </a:extLst>
          </p:cNvPr>
          <p:cNvSpPr txBox="1"/>
          <p:nvPr/>
        </p:nvSpPr>
        <p:spPr>
          <a:xfrm>
            <a:off x="-77664" y="192"/>
            <a:ext cx="29046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700" dirty="0"/>
              <a:t>(A)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E9497EF0-316A-9BAC-0EAA-1C79FD33B1B2}"/>
              </a:ext>
            </a:extLst>
          </p:cNvPr>
          <p:cNvSpPr txBox="1"/>
          <p:nvPr/>
        </p:nvSpPr>
        <p:spPr>
          <a:xfrm>
            <a:off x="1036532" y="191"/>
            <a:ext cx="287258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700" dirty="0"/>
              <a:t>(B)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F0556C2E-EB1B-9628-4126-6B04AB317219}"/>
              </a:ext>
            </a:extLst>
          </p:cNvPr>
          <p:cNvSpPr txBox="1"/>
          <p:nvPr/>
        </p:nvSpPr>
        <p:spPr>
          <a:xfrm>
            <a:off x="1802125" y="190"/>
            <a:ext cx="287258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700" dirty="0"/>
              <a:t>(C)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4EBABF41-E035-B9F6-3374-27374DEC57B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918" t="40190" r="19065" b="44541"/>
          <a:stretch>
            <a:fillRect/>
          </a:stretch>
        </p:blipFill>
        <p:spPr>
          <a:xfrm>
            <a:off x="358048" y="1330874"/>
            <a:ext cx="1460601" cy="200055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704B9E24-195F-0E29-597B-3FE6E1E1BE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3654"/>
            <a:ext cx="3114924" cy="1465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31216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1585</TotalTime>
  <Words>9</Words>
  <Application>Microsoft Macintosh PowerPoint</Application>
  <PresentationFormat>Personnalisé</PresentationFormat>
  <Paragraphs>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Microsoft Office User</cp:lastModifiedBy>
  <cp:revision>6</cp:revision>
  <dcterms:created xsi:type="dcterms:W3CDTF">2025-06-24T06:54:26Z</dcterms:created>
  <dcterms:modified xsi:type="dcterms:W3CDTF">2025-07-17T08:50:25Z</dcterms:modified>
</cp:coreProperties>
</file>