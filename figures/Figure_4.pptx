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3"/>
  </p:notesMasterIdLst>
  <p:sldIdLst>
    <p:sldId id="256" r:id="rId2"/>
  </p:sldIdLst>
  <p:sldSz cx="3060700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2221"/>
    <a:srgbClr val="6495ED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68"/>
  </p:normalViewPr>
  <p:slideViewPr>
    <p:cSldViewPr snapToGrid="0">
      <p:cViewPr varScale="1">
        <p:scale>
          <a:sx n="400" d="100"/>
          <a:sy n="400" d="100"/>
        </p:scale>
        <p:origin x="77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C9868-0A20-004D-A863-27AA0DE92D23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49225" y="1143000"/>
            <a:ext cx="6559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76D2B-F50F-994B-AFFD-0F15C1DAF3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8696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76D2B-F50F-994B-AFFD-0F15C1DAF33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7684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588" y="235644"/>
            <a:ext cx="2295525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588" y="756262"/>
            <a:ext cx="2295525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07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4032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29" y="358966"/>
            <a:ext cx="2639854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829" y="963575"/>
            <a:ext cx="2639854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4854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423" y="383297"/>
            <a:ext cx="1300798" cy="9135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9479" y="383297"/>
            <a:ext cx="1300798" cy="9135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5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76659"/>
            <a:ext cx="2639854" cy="27830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22" y="352967"/>
            <a:ext cx="1294819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822" y="525950"/>
            <a:ext cx="1294819" cy="77359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9479" y="352967"/>
            <a:ext cx="1301196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9479" y="525950"/>
            <a:ext cx="1301196" cy="77359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72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5775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6784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95991"/>
            <a:ext cx="987155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1196" y="207314"/>
            <a:ext cx="1549479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431959"/>
            <a:ext cx="987155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4890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95991"/>
            <a:ext cx="987155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1196" y="207314"/>
            <a:ext cx="1549479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431959"/>
            <a:ext cx="987155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76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2035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0314" y="76660"/>
            <a:ext cx="659963" cy="12202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423" y="76660"/>
            <a:ext cx="1941632" cy="12202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0DB6-C0DC-8946-AD05-C0754294CFD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339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423" y="76659"/>
            <a:ext cx="2639854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3" y="383297"/>
            <a:ext cx="2639854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423" y="1334540"/>
            <a:ext cx="68865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60DB6-C0DC-8946-AD05-C0754294CFDE}" type="datetimeFigureOut">
              <a:rPr lang="fr-FR" smtClean="0"/>
              <a:t>23/07/2025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3857" y="1334540"/>
            <a:ext cx="1032986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1619" y="1334540"/>
            <a:ext cx="68865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D8DCD-6CC0-4E44-853D-152A61D914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390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F1B1591-E070-6BAF-310E-C28BF8DD5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56"/>
            <a:ext cx="3130550" cy="147320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2E01FBA-D518-D770-65C9-CA3D02D9B0E7}"/>
              </a:ext>
            </a:extLst>
          </p:cNvPr>
          <p:cNvSpPr txBox="1"/>
          <p:nvPr/>
        </p:nvSpPr>
        <p:spPr>
          <a:xfrm>
            <a:off x="-77664" y="-23211"/>
            <a:ext cx="29046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dirty="0"/>
              <a:t>(A)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9497EF0-316A-9BAC-0EAA-1C79FD33B1B2}"/>
              </a:ext>
            </a:extLst>
          </p:cNvPr>
          <p:cNvSpPr txBox="1"/>
          <p:nvPr/>
        </p:nvSpPr>
        <p:spPr>
          <a:xfrm>
            <a:off x="1036532" y="-23212"/>
            <a:ext cx="2872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dirty="0"/>
              <a:t>(B)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0556C2E-EB1B-9628-4126-6B04AB317219}"/>
              </a:ext>
            </a:extLst>
          </p:cNvPr>
          <p:cNvSpPr txBox="1"/>
          <p:nvPr/>
        </p:nvSpPr>
        <p:spPr>
          <a:xfrm>
            <a:off x="1802125" y="-23213"/>
            <a:ext cx="2872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dirty="0"/>
              <a:t>(C)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EBABF41-E035-B9F6-3374-27374DEC57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918" t="40190" r="19065" b="44541"/>
          <a:stretch>
            <a:fillRect/>
          </a:stretch>
        </p:blipFill>
        <p:spPr>
          <a:xfrm>
            <a:off x="383706" y="1255475"/>
            <a:ext cx="1305651" cy="17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121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1587</TotalTime>
  <Words>10</Words>
  <Application>Microsoft Macintosh PowerPoint</Application>
  <PresentationFormat>Personnalisé</PresentationFormat>
  <Paragraphs>4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8</cp:revision>
  <dcterms:created xsi:type="dcterms:W3CDTF">2025-06-24T06:54:26Z</dcterms:created>
  <dcterms:modified xsi:type="dcterms:W3CDTF">2025-07-23T08:43:09Z</dcterms:modified>
</cp:coreProperties>
</file>