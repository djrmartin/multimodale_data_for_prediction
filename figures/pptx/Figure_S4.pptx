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3060700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97AF"/>
    <a:srgbClr val="D79B72"/>
    <a:srgbClr val="F3C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590"/>
  </p:normalViewPr>
  <p:slideViewPr>
    <p:cSldViewPr snapToGrid="0">
      <p:cViewPr varScale="1">
        <p:scale>
          <a:sx n="310" d="100"/>
          <a:sy n="310" d="100"/>
        </p:scale>
        <p:origin x="15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382954"/>
            <a:ext cx="2601595" cy="814658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229029"/>
            <a:ext cx="2295525" cy="564952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85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13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583370"/>
            <a:ext cx="2639854" cy="973364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1565942"/>
            <a:ext cx="2639854" cy="511869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29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622910"/>
            <a:ext cx="1300798" cy="14846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622910"/>
            <a:ext cx="1300798" cy="14846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30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24583"/>
            <a:ext cx="2639854" cy="45228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573619"/>
            <a:ext cx="1294819" cy="281122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854741"/>
            <a:ext cx="1294819" cy="12571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573619"/>
            <a:ext cx="1301196" cy="281122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854741"/>
            <a:ext cx="1301196" cy="12571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46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30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58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55998"/>
            <a:ext cx="987155" cy="545994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336914"/>
            <a:ext cx="1549479" cy="1662899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701992"/>
            <a:ext cx="987155" cy="130052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91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55998"/>
            <a:ext cx="987155" cy="545994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336914"/>
            <a:ext cx="1549479" cy="1662899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701992"/>
            <a:ext cx="987155" cy="130052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2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17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24582"/>
            <a:ext cx="659963" cy="19830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24582"/>
            <a:ext cx="1941632" cy="198302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07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24583"/>
            <a:ext cx="2639854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622910"/>
            <a:ext cx="2639854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2168811"/>
            <a:ext cx="68865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A1657-D339-8D48-A767-F3751133C75B}" type="datetimeFigureOut">
              <a:rPr lang="fr-FR" smtClean="0"/>
              <a:t>21/08/2025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2168811"/>
            <a:ext cx="1032986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2168811"/>
            <a:ext cx="68865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DD9E6-7BAF-EC44-BE55-8D6225C736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65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9099FDB0-C5F0-5369-2503-80AAEA2C27B4}"/>
              </a:ext>
            </a:extLst>
          </p:cNvPr>
          <p:cNvSpPr txBox="1"/>
          <p:nvPr/>
        </p:nvSpPr>
        <p:spPr>
          <a:xfrm>
            <a:off x="-28671" y="0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/>
              <a:t>(A)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EF5A70-D8B6-CCE3-3987-F6011A28E96A}"/>
              </a:ext>
            </a:extLst>
          </p:cNvPr>
          <p:cNvSpPr txBox="1"/>
          <p:nvPr/>
        </p:nvSpPr>
        <p:spPr>
          <a:xfrm>
            <a:off x="-28671" y="992991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dirty="0"/>
              <a:t>(B)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D02F1B9-03A0-B6F6-FE9B-E0D0079A2F95}"/>
              </a:ext>
            </a:extLst>
          </p:cNvPr>
          <p:cNvGrpSpPr>
            <a:grpSpLocks noChangeAspect="1"/>
          </p:cNvGrpSpPr>
          <p:nvPr/>
        </p:nvGrpSpPr>
        <p:grpSpPr>
          <a:xfrm>
            <a:off x="49504" y="-72773"/>
            <a:ext cx="3142009" cy="2303417"/>
            <a:chOff x="-167654" y="-97376"/>
            <a:chExt cx="3326364" cy="2438568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961AE4F-6881-5A0A-AC3E-B6940497A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71" y="900863"/>
              <a:ext cx="3060700" cy="1440329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694621B2-D77C-D4D1-8AA3-0FB16352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67654" y="-97376"/>
              <a:ext cx="3326364" cy="1565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26822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</TotalTime>
  <Words>6</Words>
  <Application>Microsoft Macintosh PowerPoint</Application>
  <PresentationFormat>Personnalisé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4</cp:revision>
  <dcterms:created xsi:type="dcterms:W3CDTF">2025-07-30T07:40:10Z</dcterms:created>
  <dcterms:modified xsi:type="dcterms:W3CDTF">2025-08-21T10:06:08Z</dcterms:modified>
</cp:coreProperties>
</file>