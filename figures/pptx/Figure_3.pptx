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notesMasterIdLst>
    <p:notesMasterId r:id="rId3"/>
  </p:notesMasterIdLst>
  <p:sldIdLst>
    <p:sldId id="256" r:id="rId2"/>
  </p:sldIdLst>
  <p:sldSz cx="3060700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2221"/>
    <a:srgbClr val="6495ED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8"/>
  </p:normalViewPr>
  <p:slideViewPr>
    <p:cSldViewPr snapToGrid="0">
      <p:cViewPr varScale="1">
        <p:scale>
          <a:sx n="400" d="100"/>
          <a:sy n="400" d="100"/>
        </p:scale>
        <p:origin x="776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EC9868-0A20-004D-A863-27AA0DE92D23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49225" y="1143000"/>
            <a:ext cx="6559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E76D2B-F50F-994B-AFFD-0F15C1DAF33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8696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E76D2B-F50F-994B-AFFD-0F15C1DAF33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7684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2588" y="235644"/>
            <a:ext cx="2295525" cy="501286"/>
          </a:xfrm>
        </p:spPr>
        <p:txBody>
          <a:bodyPr anchor="b"/>
          <a:lstStyle>
            <a:lvl1pPr algn="ctr">
              <a:defRPr sz="12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588" y="756262"/>
            <a:ext cx="2295525" cy="347633"/>
          </a:xfrm>
        </p:spPr>
        <p:txBody>
          <a:bodyPr/>
          <a:lstStyle>
            <a:lvl1pPr marL="0" indent="0" algn="ctr">
              <a:buNone/>
              <a:defRPr sz="504"/>
            </a:lvl1pPr>
            <a:lvl2pPr marL="96012" indent="0" algn="ctr">
              <a:buNone/>
              <a:defRPr sz="420"/>
            </a:lvl2pPr>
            <a:lvl3pPr marL="192024" indent="0" algn="ctr">
              <a:buNone/>
              <a:defRPr sz="378"/>
            </a:lvl3pPr>
            <a:lvl4pPr marL="288036" indent="0" algn="ctr">
              <a:buNone/>
              <a:defRPr sz="336"/>
            </a:lvl4pPr>
            <a:lvl5pPr marL="384048" indent="0" algn="ctr">
              <a:buNone/>
              <a:defRPr sz="336"/>
            </a:lvl5pPr>
            <a:lvl6pPr marL="480060" indent="0" algn="ctr">
              <a:buNone/>
              <a:defRPr sz="336"/>
            </a:lvl6pPr>
            <a:lvl7pPr marL="576072" indent="0" algn="ctr">
              <a:buNone/>
              <a:defRPr sz="336"/>
            </a:lvl7pPr>
            <a:lvl8pPr marL="672084" indent="0" algn="ctr">
              <a:buNone/>
              <a:defRPr sz="336"/>
            </a:lvl8pPr>
            <a:lvl9pPr marL="768096" indent="0" algn="ctr">
              <a:buNone/>
              <a:defRPr sz="336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07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032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829" y="358966"/>
            <a:ext cx="2639854" cy="59894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829" y="963575"/>
            <a:ext cx="2639854" cy="314970"/>
          </a:xfrm>
        </p:spPr>
        <p:txBody>
          <a:bodyPr/>
          <a:lstStyle>
            <a:lvl1pPr marL="0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1pPr>
            <a:lvl2pPr marL="96012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2pPr>
            <a:lvl3pPr marL="192024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3pPr>
            <a:lvl4pPr marL="288036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4pPr>
            <a:lvl5pPr marL="384048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5pPr>
            <a:lvl6pPr marL="480060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6pPr>
            <a:lvl7pPr marL="576072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7pPr>
            <a:lvl8pPr marL="672084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8pPr>
            <a:lvl9pPr marL="768096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4854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0423" y="383297"/>
            <a:ext cx="1300798" cy="91358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49479" y="383297"/>
            <a:ext cx="1300798" cy="91358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55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76659"/>
            <a:ext cx="2639854" cy="27830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2" y="352967"/>
            <a:ext cx="1294819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0822" y="525950"/>
            <a:ext cx="1294819" cy="77359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49479" y="352967"/>
            <a:ext cx="1301196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49479" y="525950"/>
            <a:ext cx="1301196" cy="77359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723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5775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6784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95991"/>
            <a:ext cx="987155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1196" y="207314"/>
            <a:ext cx="1549479" cy="1023236"/>
          </a:xfrm>
        </p:spPr>
        <p:txBody>
          <a:bodyPr/>
          <a:lstStyle>
            <a:lvl1pPr>
              <a:defRPr sz="672"/>
            </a:lvl1pPr>
            <a:lvl2pPr>
              <a:defRPr sz="588"/>
            </a:lvl2pPr>
            <a:lvl3pPr>
              <a:defRPr sz="504"/>
            </a:lvl3pPr>
            <a:lvl4pPr>
              <a:defRPr sz="420"/>
            </a:lvl4pPr>
            <a:lvl5pPr>
              <a:defRPr sz="420"/>
            </a:lvl5pPr>
            <a:lvl6pPr>
              <a:defRPr sz="420"/>
            </a:lvl6pPr>
            <a:lvl7pPr>
              <a:defRPr sz="420"/>
            </a:lvl7pPr>
            <a:lvl8pPr>
              <a:defRPr sz="420"/>
            </a:lvl8pPr>
            <a:lvl9pPr>
              <a:defRPr sz="42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431959"/>
            <a:ext cx="987155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4890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95991"/>
            <a:ext cx="987155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01196" y="207314"/>
            <a:ext cx="1549479" cy="1023236"/>
          </a:xfrm>
        </p:spPr>
        <p:txBody>
          <a:bodyPr anchor="t"/>
          <a:lstStyle>
            <a:lvl1pPr marL="0" indent="0">
              <a:buNone/>
              <a:defRPr sz="672"/>
            </a:lvl1pPr>
            <a:lvl2pPr marL="96012" indent="0">
              <a:buNone/>
              <a:defRPr sz="588"/>
            </a:lvl2pPr>
            <a:lvl3pPr marL="192024" indent="0">
              <a:buNone/>
              <a:defRPr sz="504"/>
            </a:lvl3pPr>
            <a:lvl4pPr marL="288036" indent="0">
              <a:buNone/>
              <a:defRPr sz="420"/>
            </a:lvl4pPr>
            <a:lvl5pPr marL="384048" indent="0">
              <a:buNone/>
              <a:defRPr sz="420"/>
            </a:lvl5pPr>
            <a:lvl6pPr marL="480060" indent="0">
              <a:buNone/>
              <a:defRPr sz="420"/>
            </a:lvl6pPr>
            <a:lvl7pPr marL="576072" indent="0">
              <a:buNone/>
              <a:defRPr sz="420"/>
            </a:lvl7pPr>
            <a:lvl8pPr marL="672084" indent="0">
              <a:buNone/>
              <a:defRPr sz="420"/>
            </a:lvl8pPr>
            <a:lvl9pPr marL="768096" indent="0">
              <a:buNone/>
              <a:defRPr sz="42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431959"/>
            <a:ext cx="987155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5760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2035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0314" y="76660"/>
            <a:ext cx="659963" cy="12202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423" y="76660"/>
            <a:ext cx="1941632" cy="12202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3391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0423" y="76659"/>
            <a:ext cx="2639854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423" y="383297"/>
            <a:ext cx="2639854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0423" y="1334540"/>
            <a:ext cx="688658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160DB6-C0DC-8946-AD05-C0754294CFDE}" type="datetimeFigureOut">
              <a:rPr lang="fr-FR" smtClean="0"/>
              <a:t>31/07/2025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3857" y="1334540"/>
            <a:ext cx="1032986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1619" y="1334540"/>
            <a:ext cx="688658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3900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92024" rtl="0" eaLnBrk="1" latinLnBrk="0" hangingPunct="1">
        <a:lnSpc>
          <a:spcPct val="90000"/>
        </a:lnSpc>
        <a:spcBef>
          <a:spcPct val="0"/>
        </a:spcBef>
        <a:buNone/>
        <a:defRPr sz="92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6" indent="-48006" algn="l" defTabSz="192024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588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504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3pPr>
      <a:lvl4pPr marL="336042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432054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528066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624078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720090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816102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1pPr>
      <a:lvl2pPr marL="96012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92024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384048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480060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576072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672084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768096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212C31A-1708-6FFD-2EF0-1AE112CFA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" y="0"/>
            <a:ext cx="3059709" cy="1439863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2E01FBA-D518-D770-65C9-CA3D02D9B0E7}"/>
              </a:ext>
            </a:extLst>
          </p:cNvPr>
          <p:cNvSpPr txBox="1"/>
          <p:nvPr/>
        </p:nvSpPr>
        <p:spPr>
          <a:xfrm>
            <a:off x="-74489" y="-22115"/>
            <a:ext cx="26000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00" dirty="0"/>
              <a:t>(A)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E9497EF0-316A-9BAC-0EAA-1C79FD33B1B2}"/>
              </a:ext>
            </a:extLst>
          </p:cNvPr>
          <p:cNvSpPr txBox="1"/>
          <p:nvPr/>
        </p:nvSpPr>
        <p:spPr>
          <a:xfrm>
            <a:off x="744943" y="-23214"/>
            <a:ext cx="258404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00" dirty="0"/>
              <a:t>(B)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0556C2E-EB1B-9628-4126-6B04AB317219}"/>
              </a:ext>
            </a:extLst>
          </p:cNvPr>
          <p:cNvSpPr txBox="1"/>
          <p:nvPr/>
        </p:nvSpPr>
        <p:spPr>
          <a:xfrm>
            <a:off x="1192525" y="-23214"/>
            <a:ext cx="25680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00" dirty="0"/>
              <a:t>(C)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EBABF41-E035-B9F6-3374-27374DEC57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918" t="40190" r="19065" b="44541"/>
          <a:stretch>
            <a:fillRect/>
          </a:stretch>
        </p:blipFill>
        <p:spPr>
          <a:xfrm>
            <a:off x="383706" y="1255475"/>
            <a:ext cx="1305651" cy="178832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10349BC-D0AF-7386-4FCF-7D8B80724EBF}"/>
              </a:ext>
            </a:extLst>
          </p:cNvPr>
          <p:cNvSpPr txBox="1"/>
          <p:nvPr/>
        </p:nvSpPr>
        <p:spPr>
          <a:xfrm>
            <a:off x="1611375" y="-23214"/>
            <a:ext cx="263214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00" dirty="0"/>
              <a:t>(D)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E343956-048D-DC1D-9ADA-93062DB8C333}"/>
              </a:ext>
            </a:extLst>
          </p:cNvPr>
          <p:cNvSpPr txBox="1"/>
          <p:nvPr/>
        </p:nvSpPr>
        <p:spPr>
          <a:xfrm>
            <a:off x="2072575" y="-23214"/>
            <a:ext cx="25519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00" dirty="0"/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36823121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1588</TotalTime>
  <Words>16</Words>
  <Application>Microsoft Macintosh PowerPoint</Application>
  <PresentationFormat>Personnalisé</PresentationFormat>
  <Paragraphs>6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10</cp:revision>
  <dcterms:created xsi:type="dcterms:W3CDTF">2025-06-24T06:54:26Z</dcterms:created>
  <dcterms:modified xsi:type="dcterms:W3CDTF">2025-07-31T11:51:40Z</dcterms:modified>
</cp:coreProperties>
</file>