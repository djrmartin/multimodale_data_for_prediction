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732" r:id="rId1"/>
  </p:sldMasterIdLst>
  <p:sldIdLst>
    <p:sldId id="256" r:id="rId2"/>
  </p:sldIdLst>
  <p:sldSz cx="3060700" cy="4319588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C55A11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7367"/>
    <p:restoredTop sz="94668"/>
  </p:normalViewPr>
  <p:slideViewPr>
    <p:cSldViewPr snapToGrid="0">
      <p:cViewPr varScale="1">
        <p:scale>
          <a:sx n="168" d="100"/>
          <a:sy n="168" d="100"/>
        </p:scale>
        <p:origin x="3024" y="1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80" d="100"/>
        <a:sy n="80" d="100"/>
      </p:scale>
      <p:origin x="0" y="0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29553" y="706933"/>
            <a:ext cx="2601595" cy="1503857"/>
          </a:xfrm>
        </p:spPr>
        <p:txBody>
          <a:bodyPr anchor="b"/>
          <a:lstStyle>
            <a:lvl1pPr algn="ctr">
              <a:defRPr sz="2008"/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382588" y="2268784"/>
            <a:ext cx="2295525" cy="1042900"/>
          </a:xfrm>
        </p:spPr>
        <p:txBody>
          <a:bodyPr/>
          <a:lstStyle>
            <a:lvl1pPr marL="0" indent="0" algn="ctr">
              <a:buNone/>
              <a:defRPr sz="803"/>
            </a:lvl1pPr>
            <a:lvl2pPr marL="153025" indent="0" algn="ctr">
              <a:buNone/>
              <a:defRPr sz="669"/>
            </a:lvl2pPr>
            <a:lvl3pPr marL="306050" indent="0" algn="ctr">
              <a:buNone/>
              <a:defRPr sz="602"/>
            </a:lvl3pPr>
            <a:lvl4pPr marL="459075" indent="0" algn="ctr">
              <a:buNone/>
              <a:defRPr sz="536"/>
            </a:lvl4pPr>
            <a:lvl5pPr marL="612099" indent="0" algn="ctr">
              <a:buNone/>
              <a:defRPr sz="536"/>
            </a:lvl5pPr>
            <a:lvl6pPr marL="765124" indent="0" algn="ctr">
              <a:buNone/>
              <a:defRPr sz="536"/>
            </a:lvl6pPr>
            <a:lvl7pPr marL="918149" indent="0" algn="ctr">
              <a:buNone/>
              <a:defRPr sz="536"/>
            </a:lvl7pPr>
            <a:lvl8pPr marL="1071174" indent="0" algn="ctr">
              <a:buNone/>
              <a:defRPr sz="536"/>
            </a:lvl8pPr>
            <a:lvl9pPr marL="1224199" indent="0" algn="ctr">
              <a:buNone/>
              <a:defRPr sz="536"/>
            </a:lvl9pPr>
          </a:lstStyle>
          <a:p>
            <a:r>
              <a:rPr lang="fr-FR"/>
              <a:t>Modifiez le style des sous-titres du masque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D160DB6-C0DC-8946-AD05-C0754294CFDE}" type="datetimeFigureOut">
              <a:rPr lang="fr-FR" smtClean="0"/>
              <a:t>08/08/2025</a:t>
            </a:fld>
            <a:endParaRPr lang="fr-F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B9D8DCD-6CC0-4E44-853D-152A61D91482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48012067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D160DB6-C0DC-8946-AD05-C0754294CFDE}" type="datetimeFigureOut">
              <a:rPr lang="fr-FR" smtClean="0"/>
              <a:t>08/08/2025</a:t>
            </a:fld>
            <a:endParaRPr lang="fr-F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B9D8DCD-6CC0-4E44-853D-152A61D91482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92505714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08829" y="1076899"/>
            <a:ext cx="2639854" cy="1796828"/>
          </a:xfrm>
        </p:spPr>
        <p:txBody>
          <a:bodyPr anchor="b"/>
          <a:lstStyle>
            <a:lvl1pPr>
              <a:defRPr sz="2008"/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08829" y="2890725"/>
            <a:ext cx="2639854" cy="944910"/>
          </a:xfrm>
        </p:spPr>
        <p:txBody>
          <a:bodyPr/>
          <a:lstStyle>
            <a:lvl1pPr marL="0" indent="0">
              <a:buNone/>
              <a:defRPr sz="803">
                <a:solidFill>
                  <a:schemeClr val="tx1"/>
                </a:solidFill>
              </a:defRPr>
            </a:lvl1pPr>
            <a:lvl2pPr marL="153025" indent="0">
              <a:buNone/>
              <a:defRPr sz="669">
                <a:solidFill>
                  <a:schemeClr val="tx1">
                    <a:tint val="75000"/>
                  </a:schemeClr>
                </a:solidFill>
              </a:defRPr>
            </a:lvl2pPr>
            <a:lvl3pPr marL="306050" indent="0">
              <a:buNone/>
              <a:defRPr sz="602">
                <a:solidFill>
                  <a:schemeClr val="tx1">
                    <a:tint val="75000"/>
                  </a:schemeClr>
                </a:solidFill>
              </a:defRPr>
            </a:lvl3pPr>
            <a:lvl4pPr marL="459075" indent="0">
              <a:buNone/>
              <a:defRPr sz="536">
                <a:solidFill>
                  <a:schemeClr val="tx1">
                    <a:tint val="75000"/>
                  </a:schemeClr>
                </a:solidFill>
              </a:defRPr>
            </a:lvl4pPr>
            <a:lvl5pPr marL="612099" indent="0">
              <a:buNone/>
              <a:defRPr sz="536">
                <a:solidFill>
                  <a:schemeClr val="tx1">
                    <a:tint val="75000"/>
                  </a:schemeClr>
                </a:solidFill>
              </a:defRPr>
            </a:lvl5pPr>
            <a:lvl6pPr marL="765124" indent="0">
              <a:buNone/>
              <a:defRPr sz="536">
                <a:solidFill>
                  <a:schemeClr val="tx1">
                    <a:tint val="75000"/>
                  </a:schemeClr>
                </a:solidFill>
              </a:defRPr>
            </a:lvl6pPr>
            <a:lvl7pPr marL="918149" indent="0">
              <a:buNone/>
              <a:defRPr sz="536">
                <a:solidFill>
                  <a:schemeClr val="tx1">
                    <a:tint val="75000"/>
                  </a:schemeClr>
                </a:solidFill>
              </a:defRPr>
            </a:lvl7pPr>
            <a:lvl8pPr marL="1071174" indent="0">
              <a:buNone/>
              <a:defRPr sz="536">
                <a:solidFill>
                  <a:schemeClr val="tx1">
                    <a:tint val="75000"/>
                  </a:schemeClr>
                </a:solidFill>
              </a:defRPr>
            </a:lvl8pPr>
            <a:lvl9pPr marL="1224199" indent="0">
              <a:buNone/>
              <a:defRPr sz="536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D160DB6-C0DC-8946-AD05-C0754294CFDE}" type="datetimeFigureOut">
              <a:rPr lang="fr-FR" smtClean="0"/>
              <a:t>08/08/2025</a:t>
            </a:fld>
            <a:endParaRPr lang="fr-F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B9D8DCD-6CC0-4E44-853D-152A61D91482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57047478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210423" y="1149890"/>
            <a:ext cx="1300798" cy="2740739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549479" y="1149890"/>
            <a:ext cx="1300798" cy="2740739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D160DB6-C0DC-8946-AD05-C0754294CFDE}" type="datetimeFigureOut">
              <a:rPr lang="fr-FR" smtClean="0"/>
              <a:t>08/08/2025</a:t>
            </a:fld>
            <a:endParaRPr lang="fr-F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B9D8DCD-6CC0-4E44-853D-152A61D91482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28627105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10822" y="229979"/>
            <a:ext cx="2639854" cy="834921"/>
          </a:xfrm>
        </p:spPr>
        <p:txBody>
          <a:bodyPr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10822" y="1058899"/>
            <a:ext cx="1294819" cy="518950"/>
          </a:xfrm>
        </p:spPr>
        <p:txBody>
          <a:bodyPr anchor="b"/>
          <a:lstStyle>
            <a:lvl1pPr marL="0" indent="0">
              <a:buNone/>
              <a:defRPr sz="803" b="1"/>
            </a:lvl1pPr>
            <a:lvl2pPr marL="153025" indent="0">
              <a:buNone/>
              <a:defRPr sz="669" b="1"/>
            </a:lvl2pPr>
            <a:lvl3pPr marL="306050" indent="0">
              <a:buNone/>
              <a:defRPr sz="602" b="1"/>
            </a:lvl3pPr>
            <a:lvl4pPr marL="459075" indent="0">
              <a:buNone/>
              <a:defRPr sz="536" b="1"/>
            </a:lvl4pPr>
            <a:lvl5pPr marL="612099" indent="0">
              <a:buNone/>
              <a:defRPr sz="536" b="1"/>
            </a:lvl5pPr>
            <a:lvl6pPr marL="765124" indent="0">
              <a:buNone/>
              <a:defRPr sz="536" b="1"/>
            </a:lvl6pPr>
            <a:lvl7pPr marL="918149" indent="0">
              <a:buNone/>
              <a:defRPr sz="536" b="1"/>
            </a:lvl7pPr>
            <a:lvl8pPr marL="1071174" indent="0">
              <a:buNone/>
              <a:defRPr sz="536" b="1"/>
            </a:lvl8pPr>
            <a:lvl9pPr marL="1224199" indent="0">
              <a:buNone/>
              <a:defRPr sz="536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210822" y="1577849"/>
            <a:ext cx="1294819" cy="2320779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1549480" y="1058899"/>
            <a:ext cx="1301196" cy="518950"/>
          </a:xfrm>
        </p:spPr>
        <p:txBody>
          <a:bodyPr anchor="b"/>
          <a:lstStyle>
            <a:lvl1pPr marL="0" indent="0">
              <a:buNone/>
              <a:defRPr sz="803" b="1"/>
            </a:lvl1pPr>
            <a:lvl2pPr marL="153025" indent="0">
              <a:buNone/>
              <a:defRPr sz="669" b="1"/>
            </a:lvl2pPr>
            <a:lvl3pPr marL="306050" indent="0">
              <a:buNone/>
              <a:defRPr sz="602" b="1"/>
            </a:lvl3pPr>
            <a:lvl4pPr marL="459075" indent="0">
              <a:buNone/>
              <a:defRPr sz="536" b="1"/>
            </a:lvl4pPr>
            <a:lvl5pPr marL="612099" indent="0">
              <a:buNone/>
              <a:defRPr sz="536" b="1"/>
            </a:lvl5pPr>
            <a:lvl6pPr marL="765124" indent="0">
              <a:buNone/>
              <a:defRPr sz="536" b="1"/>
            </a:lvl6pPr>
            <a:lvl7pPr marL="918149" indent="0">
              <a:buNone/>
              <a:defRPr sz="536" b="1"/>
            </a:lvl7pPr>
            <a:lvl8pPr marL="1071174" indent="0">
              <a:buNone/>
              <a:defRPr sz="536" b="1"/>
            </a:lvl8pPr>
            <a:lvl9pPr marL="1224199" indent="0">
              <a:buNone/>
              <a:defRPr sz="536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1549480" y="1577849"/>
            <a:ext cx="1301196" cy="2320779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D160DB6-C0DC-8946-AD05-C0754294CFDE}" type="datetimeFigureOut">
              <a:rPr lang="fr-FR" smtClean="0"/>
              <a:t>08/08/2025</a:t>
            </a:fld>
            <a:endParaRPr lang="fr-FR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B9D8DCD-6CC0-4E44-853D-152A61D91482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32242408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D160DB6-C0DC-8946-AD05-C0754294CFDE}" type="datetimeFigureOut">
              <a:rPr lang="fr-FR" smtClean="0"/>
              <a:t>08/08/2025</a:t>
            </a:fld>
            <a:endParaRPr lang="fr-FR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B9D8DCD-6CC0-4E44-853D-152A61D91482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79452663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D160DB6-C0DC-8946-AD05-C0754294CFDE}" type="datetimeFigureOut">
              <a:rPr lang="fr-FR" smtClean="0"/>
              <a:t>08/08/2025</a:t>
            </a:fld>
            <a:endParaRPr lang="fr-FR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B9D8DCD-6CC0-4E44-853D-152A61D91482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27759580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10822" y="287972"/>
            <a:ext cx="987155" cy="1007904"/>
          </a:xfrm>
        </p:spPr>
        <p:txBody>
          <a:bodyPr anchor="b"/>
          <a:lstStyle>
            <a:lvl1pPr>
              <a:defRPr sz="1071"/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01196" y="621942"/>
            <a:ext cx="1549479" cy="3069707"/>
          </a:xfrm>
        </p:spPr>
        <p:txBody>
          <a:bodyPr/>
          <a:lstStyle>
            <a:lvl1pPr>
              <a:defRPr sz="1071"/>
            </a:lvl1pPr>
            <a:lvl2pPr>
              <a:defRPr sz="937"/>
            </a:lvl2pPr>
            <a:lvl3pPr>
              <a:defRPr sz="803"/>
            </a:lvl3pPr>
            <a:lvl4pPr>
              <a:defRPr sz="669"/>
            </a:lvl4pPr>
            <a:lvl5pPr>
              <a:defRPr sz="669"/>
            </a:lvl5pPr>
            <a:lvl6pPr>
              <a:defRPr sz="669"/>
            </a:lvl6pPr>
            <a:lvl7pPr>
              <a:defRPr sz="669"/>
            </a:lvl7pPr>
            <a:lvl8pPr>
              <a:defRPr sz="669"/>
            </a:lvl8pPr>
            <a:lvl9pPr>
              <a:defRPr sz="669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10822" y="1295877"/>
            <a:ext cx="987155" cy="2400771"/>
          </a:xfrm>
        </p:spPr>
        <p:txBody>
          <a:bodyPr/>
          <a:lstStyle>
            <a:lvl1pPr marL="0" indent="0">
              <a:buNone/>
              <a:defRPr sz="536"/>
            </a:lvl1pPr>
            <a:lvl2pPr marL="153025" indent="0">
              <a:buNone/>
              <a:defRPr sz="469"/>
            </a:lvl2pPr>
            <a:lvl3pPr marL="306050" indent="0">
              <a:buNone/>
              <a:defRPr sz="402"/>
            </a:lvl3pPr>
            <a:lvl4pPr marL="459075" indent="0">
              <a:buNone/>
              <a:defRPr sz="335"/>
            </a:lvl4pPr>
            <a:lvl5pPr marL="612099" indent="0">
              <a:buNone/>
              <a:defRPr sz="335"/>
            </a:lvl5pPr>
            <a:lvl6pPr marL="765124" indent="0">
              <a:buNone/>
              <a:defRPr sz="335"/>
            </a:lvl6pPr>
            <a:lvl7pPr marL="918149" indent="0">
              <a:buNone/>
              <a:defRPr sz="335"/>
            </a:lvl7pPr>
            <a:lvl8pPr marL="1071174" indent="0">
              <a:buNone/>
              <a:defRPr sz="335"/>
            </a:lvl8pPr>
            <a:lvl9pPr marL="1224199" indent="0">
              <a:buNone/>
              <a:defRPr sz="335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D160DB6-C0DC-8946-AD05-C0754294CFDE}" type="datetimeFigureOut">
              <a:rPr lang="fr-FR" smtClean="0"/>
              <a:t>08/08/2025</a:t>
            </a:fld>
            <a:endParaRPr lang="fr-F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B9D8DCD-6CC0-4E44-853D-152A61D91482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6079037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10822" y="287972"/>
            <a:ext cx="987155" cy="1007904"/>
          </a:xfrm>
        </p:spPr>
        <p:txBody>
          <a:bodyPr anchor="b"/>
          <a:lstStyle>
            <a:lvl1pPr>
              <a:defRPr sz="1071"/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301196" y="621942"/>
            <a:ext cx="1549479" cy="3069707"/>
          </a:xfrm>
        </p:spPr>
        <p:txBody>
          <a:bodyPr anchor="t"/>
          <a:lstStyle>
            <a:lvl1pPr marL="0" indent="0">
              <a:buNone/>
              <a:defRPr sz="1071"/>
            </a:lvl1pPr>
            <a:lvl2pPr marL="153025" indent="0">
              <a:buNone/>
              <a:defRPr sz="937"/>
            </a:lvl2pPr>
            <a:lvl3pPr marL="306050" indent="0">
              <a:buNone/>
              <a:defRPr sz="803"/>
            </a:lvl3pPr>
            <a:lvl4pPr marL="459075" indent="0">
              <a:buNone/>
              <a:defRPr sz="669"/>
            </a:lvl4pPr>
            <a:lvl5pPr marL="612099" indent="0">
              <a:buNone/>
              <a:defRPr sz="669"/>
            </a:lvl5pPr>
            <a:lvl6pPr marL="765124" indent="0">
              <a:buNone/>
              <a:defRPr sz="669"/>
            </a:lvl6pPr>
            <a:lvl7pPr marL="918149" indent="0">
              <a:buNone/>
              <a:defRPr sz="669"/>
            </a:lvl7pPr>
            <a:lvl8pPr marL="1071174" indent="0">
              <a:buNone/>
              <a:defRPr sz="669"/>
            </a:lvl8pPr>
            <a:lvl9pPr marL="1224199" indent="0">
              <a:buNone/>
              <a:defRPr sz="669"/>
            </a:lvl9pPr>
          </a:lstStyle>
          <a:p>
            <a:r>
              <a:rPr lang="fr-FR"/>
              <a:t>Cliquez sur l'icône pour ajouter une image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10822" y="1295877"/>
            <a:ext cx="987155" cy="2400771"/>
          </a:xfrm>
        </p:spPr>
        <p:txBody>
          <a:bodyPr/>
          <a:lstStyle>
            <a:lvl1pPr marL="0" indent="0">
              <a:buNone/>
              <a:defRPr sz="536"/>
            </a:lvl1pPr>
            <a:lvl2pPr marL="153025" indent="0">
              <a:buNone/>
              <a:defRPr sz="469"/>
            </a:lvl2pPr>
            <a:lvl3pPr marL="306050" indent="0">
              <a:buNone/>
              <a:defRPr sz="402"/>
            </a:lvl3pPr>
            <a:lvl4pPr marL="459075" indent="0">
              <a:buNone/>
              <a:defRPr sz="335"/>
            </a:lvl4pPr>
            <a:lvl5pPr marL="612099" indent="0">
              <a:buNone/>
              <a:defRPr sz="335"/>
            </a:lvl5pPr>
            <a:lvl6pPr marL="765124" indent="0">
              <a:buNone/>
              <a:defRPr sz="335"/>
            </a:lvl6pPr>
            <a:lvl7pPr marL="918149" indent="0">
              <a:buNone/>
              <a:defRPr sz="335"/>
            </a:lvl7pPr>
            <a:lvl8pPr marL="1071174" indent="0">
              <a:buNone/>
              <a:defRPr sz="335"/>
            </a:lvl8pPr>
            <a:lvl9pPr marL="1224199" indent="0">
              <a:buNone/>
              <a:defRPr sz="335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D160DB6-C0DC-8946-AD05-C0754294CFDE}" type="datetimeFigureOut">
              <a:rPr lang="fr-FR" smtClean="0"/>
              <a:t>08/08/2025</a:t>
            </a:fld>
            <a:endParaRPr lang="fr-F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B9D8DCD-6CC0-4E44-853D-152A61D91482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3996396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D160DB6-C0DC-8946-AD05-C0754294CFDE}" type="datetimeFigureOut">
              <a:rPr lang="fr-FR" smtClean="0"/>
              <a:t>08/08/2025</a:t>
            </a:fld>
            <a:endParaRPr lang="fr-F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B9D8DCD-6CC0-4E44-853D-152A61D91482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12772830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2190314" y="229978"/>
            <a:ext cx="659963" cy="3660651"/>
          </a:xfrm>
        </p:spPr>
        <p:txBody>
          <a:bodyPr vert="eaVert"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210423" y="229978"/>
            <a:ext cx="1941632" cy="3660651"/>
          </a:xfrm>
        </p:spPr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D160DB6-C0DC-8946-AD05-C0754294CFDE}" type="datetimeFigureOut">
              <a:rPr lang="fr-FR" smtClean="0"/>
              <a:t>08/08/2025</a:t>
            </a:fld>
            <a:endParaRPr lang="fr-F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B9D8DCD-6CC0-4E44-853D-152A61D91482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96834603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210423" y="229979"/>
            <a:ext cx="2639854" cy="83492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10423" y="1149890"/>
            <a:ext cx="2639854" cy="274073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210423" y="4003619"/>
            <a:ext cx="688658" cy="22997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402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D160DB6-C0DC-8946-AD05-C0754294CFDE}" type="datetimeFigureOut">
              <a:rPr lang="fr-FR" smtClean="0"/>
              <a:t>08/08/2025</a:t>
            </a:fld>
            <a:endParaRPr lang="fr-F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013857" y="4003619"/>
            <a:ext cx="1032986" cy="22997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402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fr-F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2161619" y="4003619"/>
            <a:ext cx="688658" cy="22997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402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B9D8DCD-6CC0-4E44-853D-152A61D91482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78165261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33" r:id="rId1"/>
    <p:sldLayoutId id="2147483734" r:id="rId2"/>
    <p:sldLayoutId id="2147483735" r:id="rId3"/>
    <p:sldLayoutId id="2147483736" r:id="rId4"/>
    <p:sldLayoutId id="2147483737" r:id="rId5"/>
    <p:sldLayoutId id="2147483738" r:id="rId6"/>
    <p:sldLayoutId id="2147483739" r:id="rId7"/>
    <p:sldLayoutId id="2147483740" r:id="rId8"/>
    <p:sldLayoutId id="2147483741" r:id="rId9"/>
    <p:sldLayoutId id="2147483742" r:id="rId10"/>
    <p:sldLayoutId id="2147483743" r:id="rId11"/>
  </p:sldLayoutIdLst>
  <p:txStyles>
    <p:titleStyle>
      <a:lvl1pPr algn="l" defTabSz="306050" rtl="0" eaLnBrk="1" latinLnBrk="0" hangingPunct="1">
        <a:lnSpc>
          <a:spcPct val="90000"/>
        </a:lnSpc>
        <a:spcBef>
          <a:spcPct val="0"/>
        </a:spcBef>
        <a:buNone/>
        <a:defRPr sz="1473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76512" indent="-76512" algn="l" defTabSz="306050" rtl="0" eaLnBrk="1" latinLnBrk="0" hangingPunct="1">
        <a:lnSpc>
          <a:spcPct val="90000"/>
        </a:lnSpc>
        <a:spcBef>
          <a:spcPts val="335"/>
        </a:spcBef>
        <a:buFont typeface="Arial" panose="020B0604020202020204" pitchFamily="34" charset="0"/>
        <a:buChar char="•"/>
        <a:defRPr sz="937" kern="1200">
          <a:solidFill>
            <a:schemeClr val="tx1"/>
          </a:solidFill>
          <a:latin typeface="+mn-lt"/>
          <a:ea typeface="+mn-ea"/>
          <a:cs typeface="+mn-cs"/>
        </a:defRPr>
      </a:lvl1pPr>
      <a:lvl2pPr marL="229537" indent="-76512" algn="l" defTabSz="306050" rtl="0" eaLnBrk="1" latinLnBrk="0" hangingPunct="1">
        <a:lnSpc>
          <a:spcPct val="90000"/>
        </a:lnSpc>
        <a:spcBef>
          <a:spcPts val="167"/>
        </a:spcBef>
        <a:buFont typeface="Arial" panose="020B0604020202020204" pitchFamily="34" charset="0"/>
        <a:buChar char="•"/>
        <a:defRPr sz="803" kern="1200">
          <a:solidFill>
            <a:schemeClr val="tx1"/>
          </a:solidFill>
          <a:latin typeface="+mn-lt"/>
          <a:ea typeface="+mn-ea"/>
          <a:cs typeface="+mn-cs"/>
        </a:defRPr>
      </a:lvl2pPr>
      <a:lvl3pPr marL="382562" indent="-76512" algn="l" defTabSz="306050" rtl="0" eaLnBrk="1" latinLnBrk="0" hangingPunct="1">
        <a:lnSpc>
          <a:spcPct val="90000"/>
        </a:lnSpc>
        <a:spcBef>
          <a:spcPts val="167"/>
        </a:spcBef>
        <a:buFont typeface="Arial" panose="020B0604020202020204" pitchFamily="34" charset="0"/>
        <a:buChar char="•"/>
        <a:defRPr sz="669" kern="1200">
          <a:solidFill>
            <a:schemeClr val="tx1"/>
          </a:solidFill>
          <a:latin typeface="+mn-lt"/>
          <a:ea typeface="+mn-ea"/>
          <a:cs typeface="+mn-cs"/>
        </a:defRPr>
      </a:lvl3pPr>
      <a:lvl4pPr marL="535587" indent="-76512" algn="l" defTabSz="306050" rtl="0" eaLnBrk="1" latinLnBrk="0" hangingPunct="1">
        <a:lnSpc>
          <a:spcPct val="90000"/>
        </a:lnSpc>
        <a:spcBef>
          <a:spcPts val="167"/>
        </a:spcBef>
        <a:buFont typeface="Arial" panose="020B0604020202020204" pitchFamily="34" charset="0"/>
        <a:buChar char="•"/>
        <a:defRPr sz="602" kern="1200">
          <a:solidFill>
            <a:schemeClr val="tx1"/>
          </a:solidFill>
          <a:latin typeface="+mn-lt"/>
          <a:ea typeface="+mn-ea"/>
          <a:cs typeface="+mn-cs"/>
        </a:defRPr>
      </a:lvl4pPr>
      <a:lvl5pPr marL="688612" indent="-76512" algn="l" defTabSz="306050" rtl="0" eaLnBrk="1" latinLnBrk="0" hangingPunct="1">
        <a:lnSpc>
          <a:spcPct val="90000"/>
        </a:lnSpc>
        <a:spcBef>
          <a:spcPts val="167"/>
        </a:spcBef>
        <a:buFont typeface="Arial" panose="020B0604020202020204" pitchFamily="34" charset="0"/>
        <a:buChar char="•"/>
        <a:defRPr sz="602" kern="1200">
          <a:solidFill>
            <a:schemeClr val="tx1"/>
          </a:solidFill>
          <a:latin typeface="+mn-lt"/>
          <a:ea typeface="+mn-ea"/>
          <a:cs typeface="+mn-cs"/>
        </a:defRPr>
      </a:lvl5pPr>
      <a:lvl6pPr marL="841637" indent="-76512" algn="l" defTabSz="306050" rtl="0" eaLnBrk="1" latinLnBrk="0" hangingPunct="1">
        <a:lnSpc>
          <a:spcPct val="90000"/>
        </a:lnSpc>
        <a:spcBef>
          <a:spcPts val="167"/>
        </a:spcBef>
        <a:buFont typeface="Arial" panose="020B0604020202020204" pitchFamily="34" charset="0"/>
        <a:buChar char="•"/>
        <a:defRPr sz="602" kern="1200">
          <a:solidFill>
            <a:schemeClr val="tx1"/>
          </a:solidFill>
          <a:latin typeface="+mn-lt"/>
          <a:ea typeface="+mn-ea"/>
          <a:cs typeface="+mn-cs"/>
        </a:defRPr>
      </a:lvl6pPr>
      <a:lvl7pPr marL="994661" indent="-76512" algn="l" defTabSz="306050" rtl="0" eaLnBrk="1" latinLnBrk="0" hangingPunct="1">
        <a:lnSpc>
          <a:spcPct val="90000"/>
        </a:lnSpc>
        <a:spcBef>
          <a:spcPts val="167"/>
        </a:spcBef>
        <a:buFont typeface="Arial" panose="020B0604020202020204" pitchFamily="34" charset="0"/>
        <a:buChar char="•"/>
        <a:defRPr sz="602" kern="1200">
          <a:solidFill>
            <a:schemeClr val="tx1"/>
          </a:solidFill>
          <a:latin typeface="+mn-lt"/>
          <a:ea typeface="+mn-ea"/>
          <a:cs typeface="+mn-cs"/>
        </a:defRPr>
      </a:lvl7pPr>
      <a:lvl8pPr marL="1147686" indent="-76512" algn="l" defTabSz="306050" rtl="0" eaLnBrk="1" latinLnBrk="0" hangingPunct="1">
        <a:lnSpc>
          <a:spcPct val="90000"/>
        </a:lnSpc>
        <a:spcBef>
          <a:spcPts val="167"/>
        </a:spcBef>
        <a:buFont typeface="Arial" panose="020B0604020202020204" pitchFamily="34" charset="0"/>
        <a:buChar char="•"/>
        <a:defRPr sz="602" kern="1200">
          <a:solidFill>
            <a:schemeClr val="tx1"/>
          </a:solidFill>
          <a:latin typeface="+mn-lt"/>
          <a:ea typeface="+mn-ea"/>
          <a:cs typeface="+mn-cs"/>
        </a:defRPr>
      </a:lvl8pPr>
      <a:lvl9pPr marL="1300711" indent="-76512" algn="l" defTabSz="306050" rtl="0" eaLnBrk="1" latinLnBrk="0" hangingPunct="1">
        <a:lnSpc>
          <a:spcPct val="90000"/>
        </a:lnSpc>
        <a:spcBef>
          <a:spcPts val="167"/>
        </a:spcBef>
        <a:buFont typeface="Arial" panose="020B0604020202020204" pitchFamily="34" charset="0"/>
        <a:buChar char="•"/>
        <a:defRPr sz="602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306050" rtl="0" eaLnBrk="1" latinLnBrk="0" hangingPunct="1">
        <a:defRPr sz="602" kern="1200">
          <a:solidFill>
            <a:schemeClr val="tx1"/>
          </a:solidFill>
          <a:latin typeface="+mn-lt"/>
          <a:ea typeface="+mn-ea"/>
          <a:cs typeface="+mn-cs"/>
        </a:defRPr>
      </a:lvl1pPr>
      <a:lvl2pPr marL="153025" algn="l" defTabSz="306050" rtl="0" eaLnBrk="1" latinLnBrk="0" hangingPunct="1">
        <a:defRPr sz="602" kern="1200">
          <a:solidFill>
            <a:schemeClr val="tx1"/>
          </a:solidFill>
          <a:latin typeface="+mn-lt"/>
          <a:ea typeface="+mn-ea"/>
          <a:cs typeface="+mn-cs"/>
        </a:defRPr>
      </a:lvl2pPr>
      <a:lvl3pPr marL="306050" algn="l" defTabSz="306050" rtl="0" eaLnBrk="1" latinLnBrk="0" hangingPunct="1">
        <a:defRPr sz="602" kern="1200">
          <a:solidFill>
            <a:schemeClr val="tx1"/>
          </a:solidFill>
          <a:latin typeface="+mn-lt"/>
          <a:ea typeface="+mn-ea"/>
          <a:cs typeface="+mn-cs"/>
        </a:defRPr>
      </a:lvl3pPr>
      <a:lvl4pPr marL="459075" algn="l" defTabSz="306050" rtl="0" eaLnBrk="1" latinLnBrk="0" hangingPunct="1">
        <a:defRPr sz="602" kern="1200">
          <a:solidFill>
            <a:schemeClr val="tx1"/>
          </a:solidFill>
          <a:latin typeface="+mn-lt"/>
          <a:ea typeface="+mn-ea"/>
          <a:cs typeface="+mn-cs"/>
        </a:defRPr>
      </a:lvl4pPr>
      <a:lvl5pPr marL="612099" algn="l" defTabSz="306050" rtl="0" eaLnBrk="1" latinLnBrk="0" hangingPunct="1">
        <a:defRPr sz="602" kern="1200">
          <a:solidFill>
            <a:schemeClr val="tx1"/>
          </a:solidFill>
          <a:latin typeface="+mn-lt"/>
          <a:ea typeface="+mn-ea"/>
          <a:cs typeface="+mn-cs"/>
        </a:defRPr>
      </a:lvl5pPr>
      <a:lvl6pPr marL="765124" algn="l" defTabSz="306050" rtl="0" eaLnBrk="1" latinLnBrk="0" hangingPunct="1">
        <a:defRPr sz="602" kern="1200">
          <a:solidFill>
            <a:schemeClr val="tx1"/>
          </a:solidFill>
          <a:latin typeface="+mn-lt"/>
          <a:ea typeface="+mn-ea"/>
          <a:cs typeface="+mn-cs"/>
        </a:defRPr>
      </a:lvl6pPr>
      <a:lvl7pPr marL="918149" algn="l" defTabSz="306050" rtl="0" eaLnBrk="1" latinLnBrk="0" hangingPunct="1">
        <a:defRPr sz="602" kern="1200">
          <a:solidFill>
            <a:schemeClr val="tx1"/>
          </a:solidFill>
          <a:latin typeface="+mn-lt"/>
          <a:ea typeface="+mn-ea"/>
          <a:cs typeface="+mn-cs"/>
        </a:defRPr>
      </a:lvl7pPr>
      <a:lvl8pPr marL="1071174" algn="l" defTabSz="306050" rtl="0" eaLnBrk="1" latinLnBrk="0" hangingPunct="1">
        <a:defRPr sz="602" kern="1200">
          <a:solidFill>
            <a:schemeClr val="tx1"/>
          </a:solidFill>
          <a:latin typeface="+mn-lt"/>
          <a:ea typeface="+mn-ea"/>
          <a:cs typeface="+mn-cs"/>
        </a:defRPr>
      </a:lvl8pPr>
      <a:lvl9pPr marL="1224199" algn="l" defTabSz="306050" rtl="0" eaLnBrk="1" latinLnBrk="0" hangingPunct="1">
        <a:defRPr sz="602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emf"/><Relationship Id="rId2" Type="http://schemas.openxmlformats.org/officeDocument/2006/relationships/image" Target="../media/image1.emf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.emf"/><Relationship Id="rId4" Type="http://schemas.openxmlformats.org/officeDocument/2006/relationships/image" Target="../media/image3.emf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ZoneTexte 19">
            <a:extLst>
              <a:ext uri="{FF2B5EF4-FFF2-40B4-BE49-F238E27FC236}">
                <a16:creationId xmlns:a16="http://schemas.microsoft.com/office/drawing/2014/main" id="{72E01FBA-D518-D770-65C9-CA3D02D9B0E7}"/>
              </a:ext>
            </a:extLst>
          </p:cNvPr>
          <p:cNvSpPr txBox="1"/>
          <p:nvPr/>
        </p:nvSpPr>
        <p:spPr>
          <a:xfrm>
            <a:off x="953" y="0"/>
            <a:ext cx="277640" cy="18466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600" b="1" dirty="0"/>
              <a:t>(A)</a:t>
            </a:r>
          </a:p>
        </p:txBody>
      </p:sp>
      <p:sp>
        <p:nvSpPr>
          <p:cNvPr id="21" name="ZoneTexte 20">
            <a:extLst>
              <a:ext uri="{FF2B5EF4-FFF2-40B4-BE49-F238E27FC236}">
                <a16:creationId xmlns:a16="http://schemas.microsoft.com/office/drawing/2014/main" id="{E9497EF0-316A-9BAC-0EAA-1C79FD33B1B2}"/>
              </a:ext>
            </a:extLst>
          </p:cNvPr>
          <p:cNvSpPr txBox="1"/>
          <p:nvPr/>
        </p:nvSpPr>
        <p:spPr>
          <a:xfrm>
            <a:off x="971453" y="3088"/>
            <a:ext cx="274434" cy="18466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600" b="1" dirty="0"/>
              <a:t>(B)</a:t>
            </a:r>
          </a:p>
        </p:txBody>
      </p:sp>
      <p:sp>
        <p:nvSpPr>
          <p:cNvPr id="24" name="ZoneTexte 23">
            <a:extLst>
              <a:ext uri="{FF2B5EF4-FFF2-40B4-BE49-F238E27FC236}">
                <a16:creationId xmlns:a16="http://schemas.microsoft.com/office/drawing/2014/main" id="{F0556C2E-EB1B-9628-4126-6B04AB317219}"/>
              </a:ext>
            </a:extLst>
          </p:cNvPr>
          <p:cNvSpPr txBox="1"/>
          <p:nvPr/>
        </p:nvSpPr>
        <p:spPr>
          <a:xfrm>
            <a:off x="1952020" y="0"/>
            <a:ext cx="274434" cy="18466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600" b="1" dirty="0"/>
              <a:t>(C)</a:t>
            </a:r>
          </a:p>
        </p:txBody>
      </p:sp>
      <p:pic>
        <p:nvPicPr>
          <p:cNvPr id="3" name="Image 2">
            <a:extLst>
              <a:ext uri="{FF2B5EF4-FFF2-40B4-BE49-F238E27FC236}">
                <a16:creationId xmlns:a16="http://schemas.microsoft.com/office/drawing/2014/main" id="{CB7CC8EE-C991-70BA-EC7E-21C6EC24803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09962" y="1322506"/>
            <a:ext cx="1421311" cy="1421311"/>
          </a:xfrm>
          <a:prstGeom prst="rect">
            <a:avLst/>
          </a:prstGeom>
        </p:spPr>
      </p:pic>
      <p:pic>
        <p:nvPicPr>
          <p:cNvPr id="5" name="Image 4">
            <a:extLst>
              <a:ext uri="{FF2B5EF4-FFF2-40B4-BE49-F238E27FC236}">
                <a16:creationId xmlns:a16="http://schemas.microsoft.com/office/drawing/2014/main" id="{4E8785A8-3036-B4E3-5647-2C056BA0772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1794" y="2623172"/>
            <a:ext cx="2637919" cy="1648698"/>
          </a:xfrm>
          <a:prstGeom prst="rect">
            <a:avLst/>
          </a:prstGeom>
        </p:spPr>
      </p:pic>
      <p:pic>
        <p:nvPicPr>
          <p:cNvPr id="9" name="Image 8">
            <a:extLst>
              <a:ext uri="{FF2B5EF4-FFF2-40B4-BE49-F238E27FC236}">
                <a16:creationId xmlns:a16="http://schemas.microsoft.com/office/drawing/2014/main" id="{1DD7F67A-0D06-4EDB-B72B-66717AED88D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527" y="1347239"/>
            <a:ext cx="1550961" cy="1240769"/>
          </a:xfrm>
          <a:prstGeom prst="rect">
            <a:avLst/>
          </a:prstGeom>
        </p:spPr>
      </p:pic>
      <p:sp>
        <p:nvSpPr>
          <p:cNvPr id="10" name="ZoneTexte 9">
            <a:extLst>
              <a:ext uri="{FF2B5EF4-FFF2-40B4-BE49-F238E27FC236}">
                <a16:creationId xmlns:a16="http://schemas.microsoft.com/office/drawing/2014/main" id="{7AA4AD12-1025-5190-3A80-0BC72E2B653F}"/>
              </a:ext>
            </a:extLst>
          </p:cNvPr>
          <p:cNvSpPr txBox="1"/>
          <p:nvPr/>
        </p:nvSpPr>
        <p:spPr>
          <a:xfrm>
            <a:off x="0" y="1404483"/>
            <a:ext cx="280846" cy="18466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600" b="1" dirty="0"/>
              <a:t>(D)</a:t>
            </a:r>
          </a:p>
        </p:txBody>
      </p:sp>
      <p:sp>
        <p:nvSpPr>
          <p:cNvPr id="11" name="ZoneTexte 10">
            <a:extLst>
              <a:ext uri="{FF2B5EF4-FFF2-40B4-BE49-F238E27FC236}">
                <a16:creationId xmlns:a16="http://schemas.microsoft.com/office/drawing/2014/main" id="{036D8366-D2EB-F82C-E346-0C443A3A02B4}"/>
              </a:ext>
            </a:extLst>
          </p:cNvPr>
          <p:cNvSpPr txBox="1"/>
          <p:nvPr/>
        </p:nvSpPr>
        <p:spPr>
          <a:xfrm>
            <a:off x="1534733" y="1371868"/>
            <a:ext cx="269626" cy="18466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600" b="1" dirty="0"/>
              <a:t>(E)</a:t>
            </a:r>
          </a:p>
        </p:txBody>
      </p:sp>
      <p:sp>
        <p:nvSpPr>
          <p:cNvPr id="12" name="ZoneTexte 11">
            <a:extLst>
              <a:ext uri="{FF2B5EF4-FFF2-40B4-BE49-F238E27FC236}">
                <a16:creationId xmlns:a16="http://schemas.microsoft.com/office/drawing/2014/main" id="{7BD208F4-B644-D9F0-E88C-3836E03E1E5A}"/>
              </a:ext>
            </a:extLst>
          </p:cNvPr>
          <p:cNvSpPr txBox="1"/>
          <p:nvPr/>
        </p:nvSpPr>
        <p:spPr>
          <a:xfrm>
            <a:off x="10402" y="2713337"/>
            <a:ext cx="268022" cy="18466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600" b="1" dirty="0"/>
              <a:t>(F)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930A398C-AB62-36FD-9D87-9854B673448F}"/>
              </a:ext>
            </a:extLst>
          </p:cNvPr>
          <p:cNvSpPr/>
          <p:nvPr/>
        </p:nvSpPr>
        <p:spPr>
          <a:xfrm>
            <a:off x="2144806" y="2706613"/>
            <a:ext cx="255494" cy="11726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pic>
        <p:nvPicPr>
          <p:cNvPr id="6" name="Image 5">
            <a:extLst>
              <a:ext uri="{FF2B5EF4-FFF2-40B4-BE49-F238E27FC236}">
                <a16:creationId xmlns:a16="http://schemas.microsoft.com/office/drawing/2014/main" id="{96F5B523-170F-2C21-8A76-7AF7D7A17C4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5627" y="-26628"/>
            <a:ext cx="2925646" cy="14628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82312163"/>
      </p:ext>
    </p:extLst>
  </p:cSld>
  <p:clrMapOvr>
    <a:masterClrMapping/>
  </p:clrMapOvr>
</p:sld>
</file>

<file path=ppt/theme/theme1.xml><?xml version="1.0" encoding="utf-8"?>
<a:theme xmlns:a="http://schemas.openxmlformats.org/drawingml/2006/main" name="Thème Office">
  <a:themeElements>
    <a:clrScheme name="Thème 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Thème 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Thème 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2013 - 2022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2013 - 2022 Theme</Template>
  <TotalTime>1709</TotalTime>
  <Words>18</Words>
  <Application>Microsoft Macintosh PowerPoint</Application>
  <PresentationFormat>Personnalisé</PresentationFormat>
  <Paragraphs>6</Paragraphs>
  <Slides>1</Slides>
  <Notes>0</Notes>
  <HiddenSlides>0</HiddenSlides>
  <MMClips>0</MMClips>
  <ScaleCrop>false</ScaleCrop>
  <HeadingPairs>
    <vt:vector size="6" baseType="variant">
      <vt:variant>
        <vt:lpstr>Polices utilisées</vt:lpstr>
      </vt:variant>
      <vt:variant>
        <vt:i4>3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1</vt:i4>
      </vt:variant>
    </vt:vector>
  </HeadingPairs>
  <TitlesOfParts>
    <vt:vector size="5" baseType="lpstr">
      <vt:lpstr>Arial</vt:lpstr>
      <vt:lpstr>Calibri</vt:lpstr>
      <vt:lpstr>Calibri Light</vt:lpstr>
      <vt:lpstr>Thème Office</vt:lpstr>
      <vt:lpstr>Présentation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Microsoft Office User</dc:creator>
  <cp:lastModifiedBy>Microsoft Office User</cp:lastModifiedBy>
  <cp:revision>8</cp:revision>
  <dcterms:created xsi:type="dcterms:W3CDTF">2025-06-24T06:54:26Z</dcterms:created>
  <dcterms:modified xsi:type="dcterms:W3CDTF">2025-08-08T09:17:19Z</dcterms:modified>
</cp:coreProperties>
</file>