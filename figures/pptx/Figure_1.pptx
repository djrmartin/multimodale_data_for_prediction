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30607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8"/>
  </p:normalViewPr>
  <p:slideViewPr>
    <p:cSldViewPr snapToGrid="0">
      <p:cViewPr varScale="1">
        <p:scale>
          <a:sx n="168" d="100"/>
          <a:sy n="168" d="100"/>
        </p:scale>
        <p:origin x="3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706933"/>
            <a:ext cx="2601595" cy="1503857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2268784"/>
            <a:ext cx="2295525" cy="1042900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12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05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1076899"/>
            <a:ext cx="2639854" cy="1796828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2890725"/>
            <a:ext cx="2639854" cy="944910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/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75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47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1149890"/>
            <a:ext cx="1300798" cy="27407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1149890"/>
            <a:ext cx="1300798" cy="27407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27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9979"/>
            <a:ext cx="2639854" cy="8349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1058899"/>
            <a:ext cx="1294819" cy="518950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1577849"/>
            <a:ext cx="1294819" cy="23207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1058899"/>
            <a:ext cx="1301196" cy="518950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1577849"/>
            <a:ext cx="1301196" cy="23207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42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52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59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87972"/>
            <a:ext cx="987155" cy="1007904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621942"/>
            <a:ext cx="1549479" cy="3069707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295877"/>
            <a:ext cx="987155" cy="2400771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9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87972"/>
            <a:ext cx="987155" cy="1007904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621942"/>
            <a:ext cx="1549479" cy="3069707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295877"/>
            <a:ext cx="987155" cy="2400771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6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772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229978"/>
            <a:ext cx="659963" cy="366065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229978"/>
            <a:ext cx="1941632" cy="366065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34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229979"/>
            <a:ext cx="2639854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1149890"/>
            <a:ext cx="2639854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4003619"/>
            <a:ext cx="68865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60DB6-C0DC-8946-AD05-C0754294CFD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4003619"/>
            <a:ext cx="103298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4003619"/>
            <a:ext cx="68865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165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72E01FBA-D518-D770-65C9-CA3D02D9B0E7}"/>
              </a:ext>
            </a:extLst>
          </p:cNvPr>
          <p:cNvSpPr txBox="1"/>
          <p:nvPr/>
        </p:nvSpPr>
        <p:spPr>
          <a:xfrm>
            <a:off x="953" y="0"/>
            <a:ext cx="27764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dirty="0"/>
              <a:t>(A)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9497EF0-316A-9BAC-0EAA-1C79FD33B1B2}"/>
              </a:ext>
            </a:extLst>
          </p:cNvPr>
          <p:cNvSpPr txBox="1"/>
          <p:nvPr/>
        </p:nvSpPr>
        <p:spPr>
          <a:xfrm>
            <a:off x="1017173" y="3088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dirty="0"/>
              <a:t>(B)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0556C2E-EB1B-9628-4126-6B04AB317219}"/>
              </a:ext>
            </a:extLst>
          </p:cNvPr>
          <p:cNvSpPr txBox="1"/>
          <p:nvPr/>
        </p:nvSpPr>
        <p:spPr>
          <a:xfrm>
            <a:off x="2020600" y="0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dirty="0"/>
              <a:t>(C)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B7CC8EE-C991-70BA-EC7E-21C6EC24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62" y="1322506"/>
            <a:ext cx="1421311" cy="142131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E8785A8-3036-B4E3-5647-2C056BA07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94" y="2623172"/>
            <a:ext cx="2637919" cy="164869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DD7F67A-0D06-4EDB-B72B-66717AED8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" y="1347239"/>
            <a:ext cx="1550961" cy="124076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AA4AD12-1025-5190-3A80-0BC72E2B653F}"/>
              </a:ext>
            </a:extLst>
          </p:cNvPr>
          <p:cNvSpPr txBox="1"/>
          <p:nvPr/>
        </p:nvSpPr>
        <p:spPr>
          <a:xfrm>
            <a:off x="0" y="1404483"/>
            <a:ext cx="2808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dirty="0"/>
              <a:t>(D)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36D8366-D2EB-F82C-E346-0C443A3A02B4}"/>
              </a:ext>
            </a:extLst>
          </p:cNvPr>
          <p:cNvSpPr txBox="1"/>
          <p:nvPr/>
        </p:nvSpPr>
        <p:spPr>
          <a:xfrm>
            <a:off x="1534733" y="1371868"/>
            <a:ext cx="26962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dirty="0"/>
              <a:t>(E)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BD208F4-B644-D9F0-E88C-3836E03E1E5A}"/>
              </a:ext>
            </a:extLst>
          </p:cNvPr>
          <p:cNvSpPr txBox="1"/>
          <p:nvPr/>
        </p:nvSpPr>
        <p:spPr>
          <a:xfrm>
            <a:off x="10402" y="2713337"/>
            <a:ext cx="2680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dirty="0"/>
              <a:t>(F)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A398C-AB62-36FD-9D87-9854B673448F}"/>
              </a:ext>
            </a:extLst>
          </p:cNvPr>
          <p:cNvSpPr/>
          <p:nvPr/>
        </p:nvSpPr>
        <p:spPr>
          <a:xfrm>
            <a:off x="2144806" y="2706613"/>
            <a:ext cx="255494" cy="117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E51BD2-F738-9EEA-D167-0BF56F4AF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475"/>
            <a:ext cx="306070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12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1709</TotalTime>
  <Words>18</Words>
  <Application>Microsoft Macintosh PowerPoint</Application>
  <PresentationFormat>Personnalisé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</cp:revision>
  <dcterms:created xsi:type="dcterms:W3CDTF">2025-06-24T06:54:26Z</dcterms:created>
  <dcterms:modified xsi:type="dcterms:W3CDTF">2025-07-29T14:40:18Z</dcterms:modified>
</cp:coreProperties>
</file>