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1"/>
  </p:sldMasterIdLst>
  <p:notesMasterIdLst>
    <p:notesMasterId r:id="rId3"/>
  </p:notesMasterIdLst>
  <p:sldIdLst>
    <p:sldId id="256" r:id="rId2"/>
  </p:sldIdLst>
  <p:sldSz cx="5400675" cy="19796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8"/>
  </p:normalViewPr>
  <p:slideViewPr>
    <p:cSldViewPr snapToGrid="0">
      <p:cViewPr varScale="1">
        <p:scale>
          <a:sx n="269" d="100"/>
          <a:sy n="269" d="100"/>
        </p:scale>
        <p:origin x="184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8D7E84-9E83-884E-975C-BAEF30A447D1}" type="datetimeFigureOut">
              <a:rPr lang="fr-FR" smtClean="0"/>
              <a:t>23/07/2025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779463" y="1143000"/>
            <a:ext cx="84169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21835D-9242-C145-839B-784DA50D76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632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66527" rtl="0" eaLnBrk="1" latinLnBrk="0" hangingPunct="1">
      <a:defRPr sz="612" kern="1200">
        <a:solidFill>
          <a:schemeClr val="tx1"/>
        </a:solidFill>
        <a:latin typeface="+mn-lt"/>
        <a:ea typeface="+mn-ea"/>
        <a:cs typeface="+mn-cs"/>
      </a:defRPr>
    </a:lvl1pPr>
    <a:lvl2pPr marL="233263" algn="l" defTabSz="466527" rtl="0" eaLnBrk="1" latinLnBrk="0" hangingPunct="1">
      <a:defRPr sz="612" kern="1200">
        <a:solidFill>
          <a:schemeClr val="tx1"/>
        </a:solidFill>
        <a:latin typeface="+mn-lt"/>
        <a:ea typeface="+mn-ea"/>
        <a:cs typeface="+mn-cs"/>
      </a:defRPr>
    </a:lvl2pPr>
    <a:lvl3pPr marL="466527" algn="l" defTabSz="466527" rtl="0" eaLnBrk="1" latinLnBrk="0" hangingPunct="1">
      <a:defRPr sz="612" kern="1200">
        <a:solidFill>
          <a:schemeClr val="tx1"/>
        </a:solidFill>
        <a:latin typeface="+mn-lt"/>
        <a:ea typeface="+mn-ea"/>
        <a:cs typeface="+mn-cs"/>
      </a:defRPr>
    </a:lvl3pPr>
    <a:lvl4pPr marL="699790" algn="l" defTabSz="466527" rtl="0" eaLnBrk="1" latinLnBrk="0" hangingPunct="1">
      <a:defRPr sz="612" kern="1200">
        <a:solidFill>
          <a:schemeClr val="tx1"/>
        </a:solidFill>
        <a:latin typeface="+mn-lt"/>
        <a:ea typeface="+mn-ea"/>
        <a:cs typeface="+mn-cs"/>
      </a:defRPr>
    </a:lvl4pPr>
    <a:lvl5pPr marL="933054" algn="l" defTabSz="466527" rtl="0" eaLnBrk="1" latinLnBrk="0" hangingPunct="1">
      <a:defRPr sz="612" kern="1200">
        <a:solidFill>
          <a:schemeClr val="tx1"/>
        </a:solidFill>
        <a:latin typeface="+mn-lt"/>
        <a:ea typeface="+mn-ea"/>
        <a:cs typeface="+mn-cs"/>
      </a:defRPr>
    </a:lvl5pPr>
    <a:lvl6pPr marL="1166317" algn="l" defTabSz="466527" rtl="0" eaLnBrk="1" latinLnBrk="0" hangingPunct="1">
      <a:defRPr sz="612" kern="1200">
        <a:solidFill>
          <a:schemeClr val="tx1"/>
        </a:solidFill>
        <a:latin typeface="+mn-lt"/>
        <a:ea typeface="+mn-ea"/>
        <a:cs typeface="+mn-cs"/>
      </a:defRPr>
    </a:lvl6pPr>
    <a:lvl7pPr marL="1399581" algn="l" defTabSz="466527" rtl="0" eaLnBrk="1" latinLnBrk="0" hangingPunct="1">
      <a:defRPr sz="612" kern="1200">
        <a:solidFill>
          <a:schemeClr val="tx1"/>
        </a:solidFill>
        <a:latin typeface="+mn-lt"/>
        <a:ea typeface="+mn-ea"/>
        <a:cs typeface="+mn-cs"/>
      </a:defRPr>
    </a:lvl7pPr>
    <a:lvl8pPr marL="1632844" algn="l" defTabSz="466527" rtl="0" eaLnBrk="1" latinLnBrk="0" hangingPunct="1">
      <a:defRPr sz="612" kern="1200">
        <a:solidFill>
          <a:schemeClr val="tx1"/>
        </a:solidFill>
        <a:latin typeface="+mn-lt"/>
        <a:ea typeface="+mn-ea"/>
        <a:cs typeface="+mn-cs"/>
      </a:defRPr>
    </a:lvl8pPr>
    <a:lvl9pPr marL="1866108" algn="l" defTabSz="466527" rtl="0" eaLnBrk="1" latinLnBrk="0" hangingPunct="1">
      <a:defRPr sz="61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779463" y="1143000"/>
            <a:ext cx="8416926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1835D-9242-C145-839B-784DA50D763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7679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5085" y="323978"/>
            <a:ext cx="4050506" cy="689199"/>
          </a:xfrm>
        </p:spPr>
        <p:txBody>
          <a:bodyPr anchor="b"/>
          <a:lstStyle>
            <a:lvl1pPr algn="ctr">
              <a:defRPr sz="1732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5085" y="1039755"/>
            <a:ext cx="4050506" cy="477948"/>
          </a:xfrm>
        </p:spPr>
        <p:txBody>
          <a:bodyPr/>
          <a:lstStyle>
            <a:lvl1pPr marL="0" indent="0" algn="ctr">
              <a:buNone/>
              <a:defRPr sz="693"/>
            </a:lvl1pPr>
            <a:lvl2pPr marL="131994" indent="0" algn="ctr">
              <a:buNone/>
              <a:defRPr sz="577"/>
            </a:lvl2pPr>
            <a:lvl3pPr marL="263987" indent="0" algn="ctr">
              <a:buNone/>
              <a:defRPr sz="520"/>
            </a:lvl3pPr>
            <a:lvl4pPr marL="395981" indent="0" algn="ctr">
              <a:buNone/>
              <a:defRPr sz="462"/>
            </a:lvl4pPr>
            <a:lvl5pPr marL="527975" indent="0" algn="ctr">
              <a:buNone/>
              <a:defRPr sz="462"/>
            </a:lvl5pPr>
            <a:lvl6pPr marL="659968" indent="0" algn="ctr">
              <a:buNone/>
              <a:defRPr sz="462"/>
            </a:lvl6pPr>
            <a:lvl7pPr marL="791962" indent="0" algn="ctr">
              <a:buNone/>
              <a:defRPr sz="462"/>
            </a:lvl7pPr>
            <a:lvl8pPr marL="923955" indent="0" algn="ctr">
              <a:buNone/>
              <a:defRPr sz="462"/>
            </a:lvl8pPr>
            <a:lvl9pPr marL="1055949" indent="0" algn="ctr">
              <a:buNone/>
              <a:defRPr sz="462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68DE9-78C7-6145-A01B-879F4074346E}" type="datetimeFigureOut">
              <a:rPr lang="fr-FR" smtClean="0"/>
              <a:t>23/07/2025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DE974-C9D6-E741-880D-2D5650E4D5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4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68DE9-78C7-6145-A01B-879F4074346E}" type="datetimeFigureOut">
              <a:rPr lang="fr-FR" smtClean="0"/>
              <a:t>23/07/2025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DE974-C9D6-E741-880D-2D5650E4D5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8678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84" y="493529"/>
            <a:ext cx="4658082" cy="823464"/>
          </a:xfrm>
        </p:spPr>
        <p:txBody>
          <a:bodyPr anchor="b"/>
          <a:lstStyle>
            <a:lvl1pPr>
              <a:defRPr sz="1732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484" y="1324783"/>
            <a:ext cx="4658082" cy="433040"/>
          </a:xfrm>
        </p:spPr>
        <p:txBody>
          <a:bodyPr/>
          <a:lstStyle>
            <a:lvl1pPr marL="0" indent="0">
              <a:buNone/>
              <a:defRPr sz="693">
                <a:solidFill>
                  <a:schemeClr val="tx1">
                    <a:tint val="75000"/>
                  </a:schemeClr>
                </a:solidFill>
              </a:defRPr>
            </a:lvl1pPr>
            <a:lvl2pPr marL="131994" indent="0">
              <a:buNone/>
              <a:defRPr sz="577">
                <a:solidFill>
                  <a:schemeClr val="tx1">
                    <a:tint val="75000"/>
                  </a:schemeClr>
                </a:solidFill>
              </a:defRPr>
            </a:lvl2pPr>
            <a:lvl3pPr marL="263987" indent="0">
              <a:buNone/>
              <a:defRPr sz="520">
                <a:solidFill>
                  <a:schemeClr val="tx1">
                    <a:tint val="75000"/>
                  </a:schemeClr>
                </a:solidFill>
              </a:defRPr>
            </a:lvl3pPr>
            <a:lvl4pPr marL="395981" indent="0">
              <a:buNone/>
              <a:defRPr sz="462">
                <a:solidFill>
                  <a:schemeClr val="tx1">
                    <a:tint val="75000"/>
                  </a:schemeClr>
                </a:solidFill>
              </a:defRPr>
            </a:lvl4pPr>
            <a:lvl5pPr marL="527975" indent="0">
              <a:buNone/>
              <a:defRPr sz="462">
                <a:solidFill>
                  <a:schemeClr val="tx1">
                    <a:tint val="75000"/>
                  </a:schemeClr>
                </a:solidFill>
              </a:defRPr>
            </a:lvl5pPr>
            <a:lvl6pPr marL="659968" indent="0">
              <a:buNone/>
              <a:defRPr sz="462">
                <a:solidFill>
                  <a:schemeClr val="tx1">
                    <a:tint val="75000"/>
                  </a:schemeClr>
                </a:solidFill>
              </a:defRPr>
            </a:lvl6pPr>
            <a:lvl7pPr marL="791962" indent="0">
              <a:buNone/>
              <a:defRPr sz="462">
                <a:solidFill>
                  <a:schemeClr val="tx1">
                    <a:tint val="75000"/>
                  </a:schemeClr>
                </a:solidFill>
              </a:defRPr>
            </a:lvl7pPr>
            <a:lvl8pPr marL="923955" indent="0">
              <a:buNone/>
              <a:defRPr sz="462">
                <a:solidFill>
                  <a:schemeClr val="tx1">
                    <a:tint val="75000"/>
                  </a:schemeClr>
                </a:solidFill>
              </a:defRPr>
            </a:lvl8pPr>
            <a:lvl9pPr marL="1055949" indent="0">
              <a:buNone/>
              <a:defRPr sz="46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68DE9-78C7-6145-A01B-879F4074346E}" type="datetimeFigureOut">
              <a:rPr lang="fr-FR" smtClean="0"/>
              <a:t>23/07/2025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DE974-C9D6-E741-880D-2D5650E4D5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9044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296" y="526980"/>
            <a:ext cx="2295287" cy="125604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34092" y="526980"/>
            <a:ext cx="2295287" cy="125604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68DE9-78C7-6145-A01B-879F4074346E}" type="datetimeFigureOut">
              <a:rPr lang="fr-FR" smtClean="0"/>
              <a:t>23/07/2025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DE974-C9D6-E741-880D-2D5650E4D5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2576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105396"/>
            <a:ext cx="4658082" cy="382634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00" y="485280"/>
            <a:ext cx="2284738" cy="237828"/>
          </a:xfrm>
        </p:spPr>
        <p:txBody>
          <a:bodyPr anchor="b"/>
          <a:lstStyle>
            <a:lvl1pPr marL="0" indent="0">
              <a:buNone/>
              <a:defRPr sz="693" b="1"/>
            </a:lvl1pPr>
            <a:lvl2pPr marL="131994" indent="0">
              <a:buNone/>
              <a:defRPr sz="577" b="1"/>
            </a:lvl2pPr>
            <a:lvl3pPr marL="263987" indent="0">
              <a:buNone/>
              <a:defRPr sz="520" b="1"/>
            </a:lvl3pPr>
            <a:lvl4pPr marL="395981" indent="0">
              <a:buNone/>
              <a:defRPr sz="462" b="1"/>
            </a:lvl4pPr>
            <a:lvl5pPr marL="527975" indent="0">
              <a:buNone/>
              <a:defRPr sz="462" b="1"/>
            </a:lvl5pPr>
            <a:lvl6pPr marL="659968" indent="0">
              <a:buNone/>
              <a:defRPr sz="462" b="1"/>
            </a:lvl6pPr>
            <a:lvl7pPr marL="791962" indent="0">
              <a:buNone/>
              <a:defRPr sz="462" b="1"/>
            </a:lvl7pPr>
            <a:lvl8pPr marL="923955" indent="0">
              <a:buNone/>
              <a:defRPr sz="462" b="1"/>
            </a:lvl8pPr>
            <a:lvl9pPr marL="1055949" indent="0">
              <a:buNone/>
              <a:defRPr sz="462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2000" y="723109"/>
            <a:ext cx="2284738" cy="10635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34092" y="485280"/>
            <a:ext cx="2295990" cy="237828"/>
          </a:xfrm>
        </p:spPr>
        <p:txBody>
          <a:bodyPr anchor="b"/>
          <a:lstStyle>
            <a:lvl1pPr marL="0" indent="0">
              <a:buNone/>
              <a:defRPr sz="693" b="1"/>
            </a:lvl1pPr>
            <a:lvl2pPr marL="131994" indent="0">
              <a:buNone/>
              <a:defRPr sz="577" b="1"/>
            </a:lvl2pPr>
            <a:lvl3pPr marL="263987" indent="0">
              <a:buNone/>
              <a:defRPr sz="520" b="1"/>
            </a:lvl3pPr>
            <a:lvl4pPr marL="395981" indent="0">
              <a:buNone/>
              <a:defRPr sz="462" b="1"/>
            </a:lvl4pPr>
            <a:lvl5pPr marL="527975" indent="0">
              <a:buNone/>
              <a:defRPr sz="462" b="1"/>
            </a:lvl5pPr>
            <a:lvl6pPr marL="659968" indent="0">
              <a:buNone/>
              <a:defRPr sz="462" b="1"/>
            </a:lvl6pPr>
            <a:lvl7pPr marL="791962" indent="0">
              <a:buNone/>
              <a:defRPr sz="462" b="1"/>
            </a:lvl7pPr>
            <a:lvl8pPr marL="923955" indent="0">
              <a:buNone/>
              <a:defRPr sz="462" b="1"/>
            </a:lvl8pPr>
            <a:lvl9pPr marL="1055949" indent="0">
              <a:buNone/>
              <a:defRPr sz="462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34092" y="723109"/>
            <a:ext cx="2295990" cy="10635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68DE9-78C7-6145-A01B-879F4074346E}" type="datetimeFigureOut">
              <a:rPr lang="fr-FR" smtClean="0"/>
              <a:t>23/07/2025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DE974-C9D6-E741-880D-2D5650E4D5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0311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68DE9-78C7-6145-A01B-879F4074346E}" type="datetimeFigureOut">
              <a:rPr lang="fr-FR" smtClean="0"/>
              <a:t>23/07/2025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DE974-C9D6-E741-880D-2D5650E4D5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9646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68DE9-78C7-6145-A01B-879F4074346E}" type="datetimeFigureOut">
              <a:rPr lang="fr-FR" smtClean="0"/>
              <a:t>23/07/2025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DE974-C9D6-E741-880D-2D5650E4D5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0819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131974"/>
            <a:ext cx="1741858" cy="461910"/>
          </a:xfrm>
        </p:spPr>
        <p:txBody>
          <a:bodyPr anchor="b"/>
          <a:lstStyle>
            <a:lvl1pPr>
              <a:defRPr sz="92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5990" y="285028"/>
            <a:ext cx="2734092" cy="1406808"/>
          </a:xfrm>
        </p:spPr>
        <p:txBody>
          <a:bodyPr/>
          <a:lstStyle>
            <a:lvl1pPr>
              <a:defRPr sz="924"/>
            </a:lvl1pPr>
            <a:lvl2pPr>
              <a:defRPr sz="808"/>
            </a:lvl2pPr>
            <a:lvl3pPr>
              <a:defRPr sz="693"/>
            </a:lvl3pPr>
            <a:lvl4pPr>
              <a:defRPr sz="577"/>
            </a:lvl4pPr>
            <a:lvl5pPr>
              <a:defRPr sz="577"/>
            </a:lvl5pPr>
            <a:lvl6pPr>
              <a:defRPr sz="577"/>
            </a:lvl6pPr>
            <a:lvl7pPr>
              <a:defRPr sz="577"/>
            </a:lvl7pPr>
            <a:lvl8pPr>
              <a:defRPr sz="577"/>
            </a:lvl8pPr>
            <a:lvl9pPr>
              <a:defRPr sz="577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593884"/>
            <a:ext cx="1741858" cy="1100243"/>
          </a:xfrm>
        </p:spPr>
        <p:txBody>
          <a:bodyPr/>
          <a:lstStyle>
            <a:lvl1pPr marL="0" indent="0">
              <a:buNone/>
              <a:defRPr sz="462"/>
            </a:lvl1pPr>
            <a:lvl2pPr marL="131994" indent="0">
              <a:buNone/>
              <a:defRPr sz="404"/>
            </a:lvl2pPr>
            <a:lvl3pPr marL="263987" indent="0">
              <a:buNone/>
              <a:defRPr sz="346"/>
            </a:lvl3pPr>
            <a:lvl4pPr marL="395981" indent="0">
              <a:buNone/>
              <a:defRPr sz="289"/>
            </a:lvl4pPr>
            <a:lvl5pPr marL="527975" indent="0">
              <a:buNone/>
              <a:defRPr sz="289"/>
            </a:lvl5pPr>
            <a:lvl6pPr marL="659968" indent="0">
              <a:buNone/>
              <a:defRPr sz="289"/>
            </a:lvl6pPr>
            <a:lvl7pPr marL="791962" indent="0">
              <a:buNone/>
              <a:defRPr sz="289"/>
            </a:lvl7pPr>
            <a:lvl8pPr marL="923955" indent="0">
              <a:buNone/>
              <a:defRPr sz="289"/>
            </a:lvl8pPr>
            <a:lvl9pPr marL="1055949" indent="0">
              <a:buNone/>
              <a:defRPr sz="289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68DE9-78C7-6145-A01B-879F4074346E}" type="datetimeFigureOut">
              <a:rPr lang="fr-FR" smtClean="0"/>
              <a:t>23/07/2025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DE974-C9D6-E741-880D-2D5650E4D5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0605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131974"/>
            <a:ext cx="1741858" cy="461910"/>
          </a:xfrm>
        </p:spPr>
        <p:txBody>
          <a:bodyPr anchor="b"/>
          <a:lstStyle>
            <a:lvl1pPr>
              <a:defRPr sz="92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95990" y="285028"/>
            <a:ext cx="2734092" cy="1406808"/>
          </a:xfrm>
        </p:spPr>
        <p:txBody>
          <a:bodyPr anchor="t"/>
          <a:lstStyle>
            <a:lvl1pPr marL="0" indent="0">
              <a:buNone/>
              <a:defRPr sz="924"/>
            </a:lvl1pPr>
            <a:lvl2pPr marL="131994" indent="0">
              <a:buNone/>
              <a:defRPr sz="808"/>
            </a:lvl2pPr>
            <a:lvl3pPr marL="263987" indent="0">
              <a:buNone/>
              <a:defRPr sz="693"/>
            </a:lvl3pPr>
            <a:lvl4pPr marL="395981" indent="0">
              <a:buNone/>
              <a:defRPr sz="577"/>
            </a:lvl4pPr>
            <a:lvl5pPr marL="527975" indent="0">
              <a:buNone/>
              <a:defRPr sz="577"/>
            </a:lvl5pPr>
            <a:lvl6pPr marL="659968" indent="0">
              <a:buNone/>
              <a:defRPr sz="577"/>
            </a:lvl6pPr>
            <a:lvl7pPr marL="791962" indent="0">
              <a:buNone/>
              <a:defRPr sz="577"/>
            </a:lvl7pPr>
            <a:lvl8pPr marL="923955" indent="0">
              <a:buNone/>
              <a:defRPr sz="577"/>
            </a:lvl8pPr>
            <a:lvl9pPr marL="1055949" indent="0">
              <a:buNone/>
              <a:defRPr sz="577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593884"/>
            <a:ext cx="1741858" cy="1100243"/>
          </a:xfrm>
        </p:spPr>
        <p:txBody>
          <a:bodyPr/>
          <a:lstStyle>
            <a:lvl1pPr marL="0" indent="0">
              <a:buNone/>
              <a:defRPr sz="462"/>
            </a:lvl1pPr>
            <a:lvl2pPr marL="131994" indent="0">
              <a:buNone/>
              <a:defRPr sz="404"/>
            </a:lvl2pPr>
            <a:lvl3pPr marL="263987" indent="0">
              <a:buNone/>
              <a:defRPr sz="346"/>
            </a:lvl3pPr>
            <a:lvl4pPr marL="395981" indent="0">
              <a:buNone/>
              <a:defRPr sz="289"/>
            </a:lvl4pPr>
            <a:lvl5pPr marL="527975" indent="0">
              <a:buNone/>
              <a:defRPr sz="289"/>
            </a:lvl5pPr>
            <a:lvl6pPr marL="659968" indent="0">
              <a:buNone/>
              <a:defRPr sz="289"/>
            </a:lvl6pPr>
            <a:lvl7pPr marL="791962" indent="0">
              <a:buNone/>
              <a:defRPr sz="289"/>
            </a:lvl7pPr>
            <a:lvl8pPr marL="923955" indent="0">
              <a:buNone/>
              <a:defRPr sz="289"/>
            </a:lvl8pPr>
            <a:lvl9pPr marL="1055949" indent="0">
              <a:buNone/>
              <a:defRPr sz="289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68DE9-78C7-6145-A01B-879F4074346E}" type="datetimeFigureOut">
              <a:rPr lang="fr-FR" smtClean="0"/>
              <a:t>23/07/2025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DE974-C9D6-E741-880D-2D5650E4D5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6351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68DE9-78C7-6145-A01B-879F4074346E}" type="datetimeFigureOut">
              <a:rPr lang="fr-FR" smtClean="0"/>
              <a:t>23/07/2025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DE974-C9D6-E741-880D-2D5650E4D5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8743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64858" y="105396"/>
            <a:ext cx="1164521" cy="167763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1297" y="105396"/>
            <a:ext cx="3426053" cy="1677631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68DE9-78C7-6145-A01B-879F4074346E}" type="datetimeFigureOut">
              <a:rPr lang="fr-FR" smtClean="0"/>
              <a:t>23/07/2025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DE974-C9D6-E741-880D-2D5650E4D5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1665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297" y="105396"/>
            <a:ext cx="4658082" cy="38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297" y="526980"/>
            <a:ext cx="4658082" cy="1256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1296" y="1834808"/>
            <a:ext cx="1215152" cy="105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4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568DE9-78C7-6145-A01B-879F4074346E}" type="datetimeFigureOut">
              <a:rPr lang="fr-FR" smtClean="0"/>
              <a:t>23/07/2025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88974" y="1834808"/>
            <a:ext cx="1822728" cy="105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4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4227" y="1834808"/>
            <a:ext cx="1215152" cy="105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4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1DE974-C9D6-E741-880D-2D5650E4D5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2861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263987" rtl="0" eaLnBrk="1" latinLnBrk="0" hangingPunct="1">
        <a:lnSpc>
          <a:spcPct val="90000"/>
        </a:lnSpc>
        <a:spcBef>
          <a:spcPct val="0"/>
        </a:spcBef>
        <a:buNone/>
        <a:defRPr sz="12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5997" indent="-65997" algn="l" defTabSz="263987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808" kern="1200">
          <a:solidFill>
            <a:schemeClr val="tx1"/>
          </a:solidFill>
          <a:latin typeface="+mn-lt"/>
          <a:ea typeface="+mn-ea"/>
          <a:cs typeface="+mn-cs"/>
        </a:defRPr>
      </a:lvl1pPr>
      <a:lvl2pPr marL="197990" indent="-65997" algn="l" defTabSz="263987" rtl="0" eaLnBrk="1" latinLnBrk="0" hangingPunct="1">
        <a:lnSpc>
          <a:spcPct val="90000"/>
        </a:lnSpc>
        <a:spcBef>
          <a:spcPts val="144"/>
        </a:spcBef>
        <a:buFont typeface="Arial" panose="020B0604020202020204" pitchFamily="34" charset="0"/>
        <a:buChar char="•"/>
        <a:defRPr sz="693" kern="1200">
          <a:solidFill>
            <a:schemeClr val="tx1"/>
          </a:solidFill>
          <a:latin typeface="+mn-lt"/>
          <a:ea typeface="+mn-ea"/>
          <a:cs typeface="+mn-cs"/>
        </a:defRPr>
      </a:lvl2pPr>
      <a:lvl3pPr marL="329984" indent="-65997" algn="l" defTabSz="263987" rtl="0" eaLnBrk="1" latinLnBrk="0" hangingPunct="1">
        <a:lnSpc>
          <a:spcPct val="90000"/>
        </a:lnSpc>
        <a:spcBef>
          <a:spcPts val="144"/>
        </a:spcBef>
        <a:buFont typeface="Arial" panose="020B0604020202020204" pitchFamily="34" charset="0"/>
        <a:buChar char="•"/>
        <a:defRPr sz="577" kern="1200">
          <a:solidFill>
            <a:schemeClr val="tx1"/>
          </a:solidFill>
          <a:latin typeface="+mn-lt"/>
          <a:ea typeface="+mn-ea"/>
          <a:cs typeface="+mn-cs"/>
        </a:defRPr>
      </a:lvl3pPr>
      <a:lvl4pPr marL="461978" indent="-65997" algn="l" defTabSz="263987" rtl="0" eaLnBrk="1" latinLnBrk="0" hangingPunct="1">
        <a:lnSpc>
          <a:spcPct val="90000"/>
        </a:lnSpc>
        <a:spcBef>
          <a:spcPts val="144"/>
        </a:spcBef>
        <a:buFont typeface="Arial" panose="020B0604020202020204" pitchFamily="34" charset="0"/>
        <a:buChar char="•"/>
        <a:defRPr sz="520" kern="1200">
          <a:solidFill>
            <a:schemeClr val="tx1"/>
          </a:solidFill>
          <a:latin typeface="+mn-lt"/>
          <a:ea typeface="+mn-ea"/>
          <a:cs typeface="+mn-cs"/>
        </a:defRPr>
      </a:lvl4pPr>
      <a:lvl5pPr marL="593971" indent="-65997" algn="l" defTabSz="263987" rtl="0" eaLnBrk="1" latinLnBrk="0" hangingPunct="1">
        <a:lnSpc>
          <a:spcPct val="90000"/>
        </a:lnSpc>
        <a:spcBef>
          <a:spcPts val="144"/>
        </a:spcBef>
        <a:buFont typeface="Arial" panose="020B0604020202020204" pitchFamily="34" charset="0"/>
        <a:buChar char="•"/>
        <a:defRPr sz="520" kern="1200">
          <a:solidFill>
            <a:schemeClr val="tx1"/>
          </a:solidFill>
          <a:latin typeface="+mn-lt"/>
          <a:ea typeface="+mn-ea"/>
          <a:cs typeface="+mn-cs"/>
        </a:defRPr>
      </a:lvl5pPr>
      <a:lvl6pPr marL="725965" indent="-65997" algn="l" defTabSz="263987" rtl="0" eaLnBrk="1" latinLnBrk="0" hangingPunct="1">
        <a:lnSpc>
          <a:spcPct val="90000"/>
        </a:lnSpc>
        <a:spcBef>
          <a:spcPts val="144"/>
        </a:spcBef>
        <a:buFont typeface="Arial" panose="020B0604020202020204" pitchFamily="34" charset="0"/>
        <a:buChar char="•"/>
        <a:defRPr sz="520" kern="1200">
          <a:solidFill>
            <a:schemeClr val="tx1"/>
          </a:solidFill>
          <a:latin typeface="+mn-lt"/>
          <a:ea typeface="+mn-ea"/>
          <a:cs typeface="+mn-cs"/>
        </a:defRPr>
      </a:lvl6pPr>
      <a:lvl7pPr marL="857959" indent="-65997" algn="l" defTabSz="263987" rtl="0" eaLnBrk="1" latinLnBrk="0" hangingPunct="1">
        <a:lnSpc>
          <a:spcPct val="90000"/>
        </a:lnSpc>
        <a:spcBef>
          <a:spcPts val="144"/>
        </a:spcBef>
        <a:buFont typeface="Arial" panose="020B0604020202020204" pitchFamily="34" charset="0"/>
        <a:buChar char="•"/>
        <a:defRPr sz="520" kern="1200">
          <a:solidFill>
            <a:schemeClr val="tx1"/>
          </a:solidFill>
          <a:latin typeface="+mn-lt"/>
          <a:ea typeface="+mn-ea"/>
          <a:cs typeface="+mn-cs"/>
        </a:defRPr>
      </a:lvl7pPr>
      <a:lvl8pPr marL="989952" indent="-65997" algn="l" defTabSz="263987" rtl="0" eaLnBrk="1" latinLnBrk="0" hangingPunct="1">
        <a:lnSpc>
          <a:spcPct val="90000"/>
        </a:lnSpc>
        <a:spcBef>
          <a:spcPts val="144"/>
        </a:spcBef>
        <a:buFont typeface="Arial" panose="020B0604020202020204" pitchFamily="34" charset="0"/>
        <a:buChar char="•"/>
        <a:defRPr sz="520" kern="1200">
          <a:solidFill>
            <a:schemeClr val="tx1"/>
          </a:solidFill>
          <a:latin typeface="+mn-lt"/>
          <a:ea typeface="+mn-ea"/>
          <a:cs typeface="+mn-cs"/>
        </a:defRPr>
      </a:lvl8pPr>
      <a:lvl9pPr marL="1121946" indent="-65997" algn="l" defTabSz="263987" rtl="0" eaLnBrk="1" latinLnBrk="0" hangingPunct="1">
        <a:lnSpc>
          <a:spcPct val="90000"/>
        </a:lnSpc>
        <a:spcBef>
          <a:spcPts val="144"/>
        </a:spcBef>
        <a:buFont typeface="Arial" panose="020B0604020202020204" pitchFamily="34" charset="0"/>
        <a:buChar char="•"/>
        <a:defRPr sz="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63987" rtl="0" eaLnBrk="1" latinLnBrk="0" hangingPunct="1">
        <a:defRPr sz="520" kern="1200">
          <a:solidFill>
            <a:schemeClr val="tx1"/>
          </a:solidFill>
          <a:latin typeface="+mn-lt"/>
          <a:ea typeface="+mn-ea"/>
          <a:cs typeface="+mn-cs"/>
        </a:defRPr>
      </a:lvl1pPr>
      <a:lvl2pPr marL="131994" algn="l" defTabSz="263987" rtl="0" eaLnBrk="1" latinLnBrk="0" hangingPunct="1">
        <a:defRPr sz="520" kern="1200">
          <a:solidFill>
            <a:schemeClr val="tx1"/>
          </a:solidFill>
          <a:latin typeface="+mn-lt"/>
          <a:ea typeface="+mn-ea"/>
          <a:cs typeface="+mn-cs"/>
        </a:defRPr>
      </a:lvl2pPr>
      <a:lvl3pPr marL="263987" algn="l" defTabSz="263987" rtl="0" eaLnBrk="1" latinLnBrk="0" hangingPunct="1">
        <a:defRPr sz="520" kern="1200">
          <a:solidFill>
            <a:schemeClr val="tx1"/>
          </a:solidFill>
          <a:latin typeface="+mn-lt"/>
          <a:ea typeface="+mn-ea"/>
          <a:cs typeface="+mn-cs"/>
        </a:defRPr>
      </a:lvl3pPr>
      <a:lvl4pPr marL="395981" algn="l" defTabSz="263987" rtl="0" eaLnBrk="1" latinLnBrk="0" hangingPunct="1">
        <a:defRPr sz="520" kern="1200">
          <a:solidFill>
            <a:schemeClr val="tx1"/>
          </a:solidFill>
          <a:latin typeface="+mn-lt"/>
          <a:ea typeface="+mn-ea"/>
          <a:cs typeface="+mn-cs"/>
        </a:defRPr>
      </a:lvl4pPr>
      <a:lvl5pPr marL="527975" algn="l" defTabSz="263987" rtl="0" eaLnBrk="1" latinLnBrk="0" hangingPunct="1">
        <a:defRPr sz="520" kern="1200">
          <a:solidFill>
            <a:schemeClr val="tx1"/>
          </a:solidFill>
          <a:latin typeface="+mn-lt"/>
          <a:ea typeface="+mn-ea"/>
          <a:cs typeface="+mn-cs"/>
        </a:defRPr>
      </a:lvl5pPr>
      <a:lvl6pPr marL="659968" algn="l" defTabSz="263987" rtl="0" eaLnBrk="1" latinLnBrk="0" hangingPunct="1">
        <a:defRPr sz="520" kern="1200">
          <a:solidFill>
            <a:schemeClr val="tx1"/>
          </a:solidFill>
          <a:latin typeface="+mn-lt"/>
          <a:ea typeface="+mn-ea"/>
          <a:cs typeface="+mn-cs"/>
        </a:defRPr>
      </a:lvl6pPr>
      <a:lvl7pPr marL="791962" algn="l" defTabSz="263987" rtl="0" eaLnBrk="1" latinLnBrk="0" hangingPunct="1">
        <a:defRPr sz="520" kern="1200">
          <a:solidFill>
            <a:schemeClr val="tx1"/>
          </a:solidFill>
          <a:latin typeface="+mn-lt"/>
          <a:ea typeface="+mn-ea"/>
          <a:cs typeface="+mn-cs"/>
        </a:defRPr>
      </a:lvl7pPr>
      <a:lvl8pPr marL="923955" algn="l" defTabSz="263987" rtl="0" eaLnBrk="1" latinLnBrk="0" hangingPunct="1">
        <a:defRPr sz="520" kern="1200">
          <a:solidFill>
            <a:schemeClr val="tx1"/>
          </a:solidFill>
          <a:latin typeface="+mn-lt"/>
          <a:ea typeface="+mn-ea"/>
          <a:cs typeface="+mn-cs"/>
        </a:defRPr>
      </a:lvl8pPr>
      <a:lvl9pPr marL="1055949" algn="l" defTabSz="263987" rtl="0" eaLnBrk="1" latinLnBrk="0" hangingPunct="1">
        <a:defRPr sz="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721A1601-013B-EB20-797D-567CC9B993AD}"/>
              </a:ext>
            </a:extLst>
          </p:cNvPr>
          <p:cNvSpPr/>
          <p:nvPr/>
        </p:nvSpPr>
        <p:spPr>
          <a:xfrm>
            <a:off x="941007" y="1734197"/>
            <a:ext cx="707385" cy="169132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18AE7EF2-DF27-ABBF-9043-493680FCA0E5}"/>
              </a:ext>
            </a:extLst>
          </p:cNvPr>
          <p:cNvSpPr txBox="1"/>
          <p:nvPr/>
        </p:nvSpPr>
        <p:spPr>
          <a:xfrm>
            <a:off x="732545" y="620748"/>
            <a:ext cx="11906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700" b="1" dirty="0"/>
              <a:t>Pooled model integration</a:t>
            </a:r>
          </a:p>
          <a:p>
            <a:pPr algn="ctr"/>
            <a:r>
              <a:rPr lang="en-GB" sz="700" b="1" dirty="0">
                <a:solidFill>
                  <a:srgbClr val="C00000"/>
                </a:solidFill>
              </a:rPr>
              <a:t>Unimodal models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F978B96B-7472-FF63-1B51-02DE72DFE42C}"/>
              </a:ext>
            </a:extLst>
          </p:cNvPr>
          <p:cNvSpPr/>
          <p:nvPr/>
        </p:nvSpPr>
        <p:spPr>
          <a:xfrm>
            <a:off x="2508159" y="923708"/>
            <a:ext cx="508580" cy="169132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80" name="ZoneTexte 79">
            <a:extLst>
              <a:ext uri="{FF2B5EF4-FFF2-40B4-BE49-F238E27FC236}">
                <a16:creationId xmlns:a16="http://schemas.microsoft.com/office/drawing/2014/main" id="{C2A6EDE1-26D4-C51C-1081-B5BBBFAB63AD}"/>
              </a:ext>
            </a:extLst>
          </p:cNvPr>
          <p:cNvSpPr txBox="1"/>
          <p:nvPr/>
        </p:nvSpPr>
        <p:spPr>
          <a:xfrm>
            <a:off x="2087907" y="616948"/>
            <a:ext cx="1357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700" b="1" dirty="0"/>
              <a:t>Pooled</a:t>
            </a:r>
            <a:r>
              <a:rPr lang="en-GB" sz="700" dirty="0"/>
              <a:t> </a:t>
            </a:r>
            <a:r>
              <a:rPr lang="en-GB" sz="700" b="1" dirty="0"/>
              <a:t>data integration</a:t>
            </a:r>
          </a:p>
          <a:p>
            <a:pPr algn="ctr"/>
            <a:r>
              <a:rPr lang="en-GB" sz="700" b="1" dirty="0">
                <a:solidFill>
                  <a:srgbClr val="C00000"/>
                </a:solidFill>
              </a:rPr>
              <a:t>Multimodal model</a:t>
            </a:r>
          </a:p>
        </p:txBody>
      </p:sp>
      <p:sp>
        <p:nvSpPr>
          <p:cNvPr id="103" name="Flèche vers la gauche 102">
            <a:extLst>
              <a:ext uri="{FF2B5EF4-FFF2-40B4-BE49-F238E27FC236}">
                <a16:creationId xmlns:a16="http://schemas.microsoft.com/office/drawing/2014/main" id="{26D75E03-134C-2748-F1AC-6C06561E3462}"/>
              </a:ext>
            </a:extLst>
          </p:cNvPr>
          <p:cNvSpPr/>
          <p:nvPr/>
        </p:nvSpPr>
        <p:spPr>
          <a:xfrm rot="16200000">
            <a:off x="978952" y="1193080"/>
            <a:ext cx="144467" cy="99705"/>
          </a:xfrm>
          <a:prstGeom prst="left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113" name="ZoneTexte 112">
            <a:extLst>
              <a:ext uri="{FF2B5EF4-FFF2-40B4-BE49-F238E27FC236}">
                <a16:creationId xmlns:a16="http://schemas.microsoft.com/office/drawing/2014/main" id="{E5DCF8BD-628E-F0F7-54F6-3C3E391316B9}"/>
              </a:ext>
            </a:extLst>
          </p:cNvPr>
          <p:cNvSpPr txBox="1"/>
          <p:nvPr/>
        </p:nvSpPr>
        <p:spPr>
          <a:xfrm>
            <a:off x="896586" y="1331567"/>
            <a:ext cx="34336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900" b="1" dirty="0"/>
              <a:t>M1</a:t>
            </a: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775BE4EA-6224-A865-F644-1FCAAA8F0DE7}"/>
              </a:ext>
            </a:extLst>
          </p:cNvPr>
          <p:cNvSpPr/>
          <p:nvPr/>
        </p:nvSpPr>
        <p:spPr>
          <a:xfrm>
            <a:off x="976228" y="925260"/>
            <a:ext cx="152458" cy="13654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6F984FF6-9D9D-B60D-1802-2802C3F35CAC}"/>
              </a:ext>
            </a:extLst>
          </p:cNvPr>
          <p:cNvSpPr/>
          <p:nvPr/>
        </p:nvSpPr>
        <p:spPr>
          <a:xfrm>
            <a:off x="1224650" y="929949"/>
            <a:ext cx="152458" cy="13654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758444EC-2DBE-6B92-7D97-0607595601C2}"/>
              </a:ext>
            </a:extLst>
          </p:cNvPr>
          <p:cNvSpPr/>
          <p:nvPr/>
        </p:nvSpPr>
        <p:spPr>
          <a:xfrm>
            <a:off x="1458972" y="931203"/>
            <a:ext cx="152458" cy="1365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5BBFF380-9244-6D6D-7236-0FF390BD5732}"/>
              </a:ext>
            </a:extLst>
          </p:cNvPr>
          <p:cNvSpPr txBox="1"/>
          <p:nvPr/>
        </p:nvSpPr>
        <p:spPr>
          <a:xfrm>
            <a:off x="1129589" y="1328071"/>
            <a:ext cx="34336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900" b="1" dirty="0"/>
              <a:t>M2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042D7C86-A089-8A45-212A-EABB9F038A3A}"/>
              </a:ext>
            </a:extLst>
          </p:cNvPr>
          <p:cNvSpPr txBox="1"/>
          <p:nvPr/>
        </p:nvSpPr>
        <p:spPr>
          <a:xfrm>
            <a:off x="1376673" y="1331567"/>
            <a:ext cx="34336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900" b="1" dirty="0"/>
              <a:t>M3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284B0927-1D39-B2E7-63CF-EA79F2FBA886}"/>
              </a:ext>
            </a:extLst>
          </p:cNvPr>
          <p:cNvSpPr/>
          <p:nvPr/>
        </p:nvSpPr>
        <p:spPr>
          <a:xfrm>
            <a:off x="974955" y="1750493"/>
            <a:ext cx="152458" cy="136543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8EABACFB-BEEE-F368-8C24-09E2B94B4277}"/>
              </a:ext>
            </a:extLst>
          </p:cNvPr>
          <p:cNvSpPr/>
          <p:nvPr/>
        </p:nvSpPr>
        <p:spPr>
          <a:xfrm>
            <a:off x="1223941" y="1750493"/>
            <a:ext cx="152458" cy="136543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9C0A4D17-C97E-A113-52B6-F480FD2830B2}"/>
              </a:ext>
            </a:extLst>
          </p:cNvPr>
          <p:cNvSpPr/>
          <p:nvPr/>
        </p:nvSpPr>
        <p:spPr>
          <a:xfrm>
            <a:off x="1458972" y="1750492"/>
            <a:ext cx="152458" cy="136543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76" name="Rectangle : coins arrondis 75">
            <a:extLst>
              <a:ext uri="{FF2B5EF4-FFF2-40B4-BE49-F238E27FC236}">
                <a16:creationId xmlns:a16="http://schemas.microsoft.com/office/drawing/2014/main" id="{5C2EE547-8918-F81C-C722-8C870F5345CE}"/>
              </a:ext>
            </a:extLst>
          </p:cNvPr>
          <p:cNvSpPr/>
          <p:nvPr/>
        </p:nvSpPr>
        <p:spPr>
          <a:xfrm>
            <a:off x="2526856" y="939236"/>
            <a:ext cx="152458" cy="13654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77" name="Rectangle : coins arrondis 76">
            <a:extLst>
              <a:ext uri="{FF2B5EF4-FFF2-40B4-BE49-F238E27FC236}">
                <a16:creationId xmlns:a16="http://schemas.microsoft.com/office/drawing/2014/main" id="{93BD61E4-0B97-3613-4C76-25C01FDFE9E7}"/>
              </a:ext>
            </a:extLst>
          </p:cNvPr>
          <p:cNvSpPr/>
          <p:nvPr/>
        </p:nvSpPr>
        <p:spPr>
          <a:xfrm>
            <a:off x="2686221" y="939236"/>
            <a:ext cx="152458" cy="13654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87" name="Rectangle : coins arrondis 86">
            <a:extLst>
              <a:ext uri="{FF2B5EF4-FFF2-40B4-BE49-F238E27FC236}">
                <a16:creationId xmlns:a16="http://schemas.microsoft.com/office/drawing/2014/main" id="{5C7DBF4A-0595-00C8-45C9-701591F66FDB}"/>
              </a:ext>
            </a:extLst>
          </p:cNvPr>
          <p:cNvSpPr/>
          <p:nvPr/>
        </p:nvSpPr>
        <p:spPr>
          <a:xfrm>
            <a:off x="2843047" y="939236"/>
            <a:ext cx="152458" cy="1365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110" name="ZoneTexte 109">
            <a:extLst>
              <a:ext uri="{FF2B5EF4-FFF2-40B4-BE49-F238E27FC236}">
                <a16:creationId xmlns:a16="http://schemas.microsoft.com/office/drawing/2014/main" id="{17EFB093-CAA9-8780-EC51-F1455276EA9B}"/>
              </a:ext>
            </a:extLst>
          </p:cNvPr>
          <p:cNvSpPr txBox="1"/>
          <p:nvPr/>
        </p:nvSpPr>
        <p:spPr>
          <a:xfrm>
            <a:off x="2599073" y="1326977"/>
            <a:ext cx="34336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900" b="1" dirty="0"/>
              <a:t>M5</a:t>
            </a:r>
          </a:p>
        </p:txBody>
      </p:sp>
      <p:sp>
        <p:nvSpPr>
          <p:cNvPr id="125" name="Rectangle : coins arrondis 124">
            <a:extLst>
              <a:ext uri="{FF2B5EF4-FFF2-40B4-BE49-F238E27FC236}">
                <a16:creationId xmlns:a16="http://schemas.microsoft.com/office/drawing/2014/main" id="{D5C359F6-F32D-ABEC-8AB5-5F852297E03B}"/>
              </a:ext>
            </a:extLst>
          </p:cNvPr>
          <p:cNvSpPr/>
          <p:nvPr/>
        </p:nvSpPr>
        <p:spPr>
          <a:xfrm>
            <a:off x="2677936" y="1750493"/>
            <a:ext cx="152458" cy="136543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3F51A3BF-95D0-2812-03EE-8052FB68D2DF}"/>
              </a:ext>
            </a:extLst>
          </p:cNvPr>
          <p:cNvSpPr txBox="1"/>
          <p:nvPr/>
        </p:nvSpPr>
        <p:spPr>
          <a:xfrm>
            <a:off x="3491951" y="609660"/>
            <a:ext cx="1486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700" b="1" dirty="0"/>
              <a:t>Multistep data integration</a:t>
            </a:r>
          </a:p>
          <a:p>
            <a:pPr algn="ctr"/>
            <a:r>
              <a:rPr lang="en-GB" sz="700" b="1" dirty="0">
                <a:solidFill>
                  <a:srgbClr val="C00000"/>
                </a:solidFill>
              </a:rPr>
              <a:t>Incremental multimodal model</a:t>
            </a:r>
          </a:p>
        </p:txBody>
      </p:sp>
      <p:sp>
        <p:nvSpPr>
          <p:cNvPr id="129" name="Rectangle : coins arrondis 128">
            <a:extLst>
              <a:ext uri="{FF2B5EF4-FFF2-40B4-BE49-F238E27FC236}">
                <a16:creationId xmlns:a16="http://schemas.microsoft.com/office/drawing/2014/main" id="{12DED574-FE3C-AEA3-0655-3CC76E0C13D6}"/>
              </a:ext>
            </a:extLst>
          </p:cNvPr>
          <p:cNvSpPr/>
          <p:nvPr/>
        </p:nvSpPr>
        <p:spPr>
          <a:xfrm>
            <a:off x="3439707" y="939471"/>
            <a:ext cx="152458" cy="13654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131" name="ZoneTexte 130">
            <a:extLst>
              <a:ext uri="{FF2B5EF4-FFF2-40B4-BE49-F238E27FC236}">
                <a16:creationId xmlns:a16="http://schemas.microsoft.com/office/drawing/2014/main" id="{7EBAD5D0-3621-743A-6AD4-1B78C1BC26E6}"/>
              </a:ext>
            </a:extLst>
          </p:cNvPr>
          <p:cNvSpPr txBox="1"/>
          <p:nvPr/>
        </p:nvSpPr>
        <p:spPr>
          <a:xfrm>
            <a:off x="3369132" y="1321164"/>
            <a:ext cx="34336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900" b="1" dirty="0"/>
              <a:t>M1</a:t>
            </a:r>
          </a:p>
        </p:txBody>
      </p:sp>
      <p:sp>
        <p:nvSpPr>
          <p:cNvPr id="133" name="Rectangle : coins arrondis 132">
            <a:extLst>
              <a:ext uri="{FF2B5EF4-FFF2-40B4-BE49-F238E27FC236}">
                <a16:creationId xmlns:a16="http://schemas.microsoft.com/office/drawing/2014/main" id="{7E941BCC-04C3-1456-F746-EB363313BA03}"/>
              </a:ext>
            </a:extLst>
          </p:cNvPr>
          <p:cNvSpPr/>
          <p:nvPr/>
        </p:nvSpPr>
        <p:spPr>
          <a:xfrm>
            <a:off x="3847289" y="1362312"/>
            <a:ext cx="152458" cy="13654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F8D97D9F-345F-FD52-E860-E64F2756361F}"/>
              </a:ext>
            </a:extLst>
          </p:cNvPr>
          <p:cNvSpPr txBox="1"/>
          <p:nvPr/>
        </p:nvSpPr>
        <p:spPr>
          <a:xfrm>
            <a:off x="4151079" y="1315164"/>
            <a:ext cx="4010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900" b="1" dirty="0"/>
              <a:t>*M6</a:t>
            </a:r>
          </a:p>
        </p:txBody>
      </p:sp>
      <p:sp>
        <p:nvSpPr>
          <p:cNvPr id="137" name="Rectangle : coins arrondis 136">
            <a:extLst>
              <a:ext uri="{FF2B5EF4-FFF2-40B4-BE49-F238E27FC236}">
                <a16:creationId xmlns:a16="http://schemas.microsoft.com/office/drawing/2014/main" id="{32AA29B7-4A45-3F56-B0DE-86B16778596C}"/>
              </a:ext>
            </a:extLst>
          </p:cNvPr>
          <p:cNvSpPr/>
          <p:nvPr/>
        </p:nvSpPr>
        <p:spPr>
          <a:xfrm>
            <a:off x="4675698" y="1354994"/>
            <a:ext cx="152458" cy="1365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AC40E083-3C78-FC45-205B-7BAE13FDA777}"/>
              </a:ext>
            </a:extLst>
          </p:cNvPr>
          <p:cNvSpPr txBox="1"/>
          <p:nvPr/>
        </p:nvSpPr>
        <p:spPr>
          <a:xfrm>
            <a:off x="4944965" y="1308548"/>
            <a:ext cx="4010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900" b="1" dirty="0"/>
              <a:t>*M7</a:t>
            </a:r>
          </a:p>
        </p:txBody>
      </p:sp>
      <p:sp>
        <p:nvSpPr>
          <p:cNvPr id="140" name="Rectangle : coins arrondis 139">
            <a:extLst>
              <a:ext uri="{FF2B5EF4-FFF2-40B4-BE49-F238E27FC236}">
                <a16:creationId xmlns:a16="http://schemas.microsoft.com/office/drawing/2014/main" id="{F609820A-3B2C-0CA3-6778-55A4A69CEE48}"/>
              </a:ext>
            </a:extLst>
          </p:cNvPr>
          <p:cNvSpPr/>
          <p:nvPr/>
        </p:nvSpPr>
        <p:spPr>
          <a:xfrm>
            <a:off x="5104534" y="1750493"/>
            <a:ext cx="152458" cy="136543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BD6968D-6853-F391-6FE3-5321F27D80B3}"/>
              </a:ext>
            </a:extLst>
          </p:cNvPr>
          <p:cNvSpPr txBox="1"/>
          <p:nvPr/>
        </p:nvSpPr>
        <p:spPr>
          <a:xfrm>
            <a:off x="3418536" y="1599668"/>
            <a:ext cx="11949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600" dirty="0"/>
              <a:t>* The target variable is the residuals of the previous model.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3354CD7-3C5E-C0D7-340A-E532A0D089DD}"/>
              </a:ext>
            </a:extLst>
          </p:cNvPr>
          <p:cNvSpPr txBox="1"/>
          <p:nvPr/>
        </p:nvSpPr>
        <p:spPr>
          <a:xfrm>
            <a:off x="1204236" y="46864"/>
            <a:ext cx="64245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" b="1" dirty="0"/>
              <a:t>Biochemical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54CBA41-53B8-7BB2-9C7C-2A3308E0D77F}"/>
              </a:ext>
            </a:extLst>
          </p:cNvPr>
          <p:cNvSpPr txBox="1"/>
          <p:nvPr/>
        </p:nvSpPr>
        <p:spPr>
          <a:xfrm>
            <a:off x="2195093" y="39345"/>
            <a:ext cx="134334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" b="1" dirty="0"/>
              <a:t>Mid-infrared spectroscopy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ECEA8EF-C0B1-B1D3-717A-41B94849340B}"/>
              </a:ext>
            </a:extLst>
          </p:cNvPr>
          <p:cNvSpPr txBox="1"/>
          <p:nvPr/>
        </p:nvSpPr>
        <p:spPr>
          <a:xfrm>
            <a:off x="3859219" y="40441"/>
            <a:ext cx="87363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" b="1" dirty="0" err="1"/>
              <a:t>Metallomic</a:t>
            </a:r>
            <a:endParaRPr lang="en-GB" sz="600" b="1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61AE4824-FDC9-11BA-6919-298F1991847C}"/>
              </a:ext>
            </a:extLst>
          </p:cNvPr>
          <p:cNvSpPr txBox="1"/>
          <p:nvPr/>
        </p:nvSpPr>
        <p:spPr>
          <a:xfrm>
            <a:off x="37042" y="1738287"/>
            <a:ext cx="56888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" b="1" dirty="0"/>
              <a:t>Prediction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82EF4A44-A950-47B7-AD0D-FBE8A5B63E91}"/>
              </a:ext>
            </a:extLst>
          </p:cNvPr>
          <p:cNvSpPr txBox="1"/>
          <p:nvPr/>
        </p:nvSpPr>
        <p:spPr>
          <a:xfrm>
            <a:off x="-41386" y="121889"/>
            <a:ext cx="7361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600" b="1" dirty="0"/>
              <a:t>Data obtained </a:t>
            </a:r>
          </a:p>
          <a:p>
            <a:pPr algn="ctr"/>
            <a:r>
              <a:rPr lang="en-GB" sz="600" b="1" dirty="0"/>
              <a:t>from serum</a:t>
            </a:r>
            <a:endParaRPr lang="fr-FR" sz="600" b="1" dirty="0"/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5A994A5F-A4E4-43EB-8952-3B2A891381D1}"/>
              </a:ext>
            </a:extLst>
          </p:cNvPr>
          <p:cNvSpPr txBox="1"/>
          <p:nvPr/>
        </p:nvSpPr>
        <p:spPr>
          <a:xfrm>
            <a:off x="13811" y="760474"/>
            <a:ext cx="5875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600" b="1" dirty="0"/>
              <a:t>Analysis Strategy</a:t>
            </a:r>
            <a:endParaRPr lang="fr-FR" sz="600" b="1" dirty="0"/>
          </a:p>
        </p:txBody>
      </p:sp>
      <p:pic>
        <p:nvPicPr>
          <p:cNvPr id="61" name="Image 60">
            <a:extLst>
              <a:ext uri="{FF2B5EF4-FFF2-40B4-BE49-F238E27FC236}">
                <a16:creationId xmlns:a16="http://schemas.microsoft.com/office/drawing/2014/main" id="{E5AA3998-8164-40A6-841E-41D374399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941" y="1028794"/>
            <a:ext cx="326200" cy="326200"/>
          </a:xfrm>
          <a:prstGeom prst="rect">
            <a:avLst/>
          </a:prstGeom>
        </p:spPr>
      </p:pic>
      <p:sp>
        <p:nvSpPr>
          <p:cNvPr id="62" name="Flèche vers la gauche 102">
            <a:extLst>
              <a:ext uri="{FF2B5EF4-FFF2-40B4-BE49-F238E27FC236}">
                <a16:creationId xmlns:a16="http://schemas.microsoft.com/office/drawing/2014/main" id="{057ACBAC-4E5B-46D4-80AA-FC67C653A797}"/>
              </a:ext>
            </a:extLst>
          </p:cNvPr>
          <p:cNvSpPr/>
          <p:nvPr/>
        </p:nvSpPr>
        <p:spPr>
          <a:xfrm rot="16200000">
            <a:off x="1228647" y="1193080"/>
            <a:ext cx="144467" cy="99705"/>
          </a:xfrm>
          <a:prstGeom prst="left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64" name="Flèche vers la gauche 102">
            <a:extLst>
              <a:ext uri="{FF2B5EF4-FFF2-40B4-BE49-F238E27FC236}">
                <a16:creationId xmlns:a16="http://schemas.microsoft.com/office/drawing/2014/main" id="{38A4D128-1D16-4E6D-9184-28379A119AA1}"/>
              </a:ext>
            </a:extLst>
          </p:cNvPr>
          <p:cNvSpPr/>
          <p:nvPr/>
        </p:nvSpPr>
        <p:spPr>
          <a:xfrm rot="16200000">
            <a:off x="1461346" y="1193079"/>
            <a:ext cx="144467" cy="99705"/>
          </a:xfrm>
          <a:prstGeom prst="left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65" name="Flèche vers la gauche 102">
            <a:extLst>
              <a:ext uri="{FF2B5EF4-FFF2-40B4-BE49-F238E27FC236}">
                <a16:creationId xmlns:a16="http://schemas.microsoft.com/office/drawing/2014/main" id="{2D834EF8-8402-4DB8-A3D9-3547F0AC1883}"/>
              </a:ext>
            </a:extLst>
          </p:cNvPr>
          <p:cNvSpPr/>
          <p:nvPr/>
        </p:nvSpPr>
        <p:spPr>
          <a:xfrm rot="16200000">
            <a:off x="2681934" y="1195240"/>
            <a:ext cx="144467" cy="99705"/>
          </a:xfrm>
          <a:prstGeom prst="left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66" name="Flèche vers la gauche 102">
            <a:extLst>
              <a:ext uri="{FF2B5EF4-FFF2-40B4-BE49-F238E27FC236}">
                <a16:creationId xmlns:a16="http://schemas.microsoft.com/office/drawing/2014/main" id="{57929834-0C98-455C-B42F-A4C4968630F4}"/>
              </a:ext>
            </a:extLst>
          </p:cNvPr>
          <p:cNvSpPr/>
          <p:nvPr/>
        </p:nvSpPr>
        <p:spPr>
          <a:xfrm rot="16200000">
            <a:off x="3450113" y="1179897"/>
            <a:ext cx="144467" cy="99705"/>
          </a:xfrm>
          <a:prstGeom prst="left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 dirty="0"/>
          </a:p>
        </p:txBody>
      </p:sp>
      <p:sp>
        <p:nvSpPr>
          <p:cNvPr id="67" name="Flèche vers la gauche 102">
            <a:extLst>
              <a:ext uri="{FF2B5EF4-FFF2-40B4-BE49-F238E27FC236}">
                <a16:creationId xmlns:a16="http://schemas.microsoft.com/office/drawing/2014/main" id="{8F4BD41F-9367-4046-9190-51806E263868}"/>
              </a:ext>
            </a:extLst>
          </p:cNvPr>
          <p:cNvSpPr/>
          <p:nvPr/>
        </p:nvSpPr>
        <p:spPr>
          <a:xfrm rot="10800000">
            <a:off x="3672885" y="1383703"/>
            <a:ext cx="144467" cy="99705"/>
          </a:xfrm>
          <a:prstGeom prst="left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68" name="Flèche vers la gauche 102">
            <a:extLst>
              <a:ext uri="{FF2B5EF4-FFF2-40B4-BE49-F238E27FC236}">
                <a16:creationId xmlns:a16="http://schemas.microsoft.com/office/drawing/2014/main" id="{A7B29E67-63DF-4C63-8783-E0E253E5E86C}"/>
              </a:ext>
            </a:extLst>
          </p:cNvPr>
          <p:cNvSpPr/>
          <p:nvPr/>
        </p:nvSpPr>
        <p:spPr>
          <a:xfrm rot="10800000">
            <a:off x="4070304" y="1380730"/>
            <a:ext cx="144467" cy="99705"/>
          </a:xfrm>
          <a:prstGeom prst="left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 dirty="0"/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312581B8-4721-42FC-ABCC-B48CC6D15847}"/>
              </a:ext>
            </a:extLst>
          </p:cNvPr>
          <p:cNvCxnSpPr>
            <a:cxnSpLocks/>
          </p:cNvCxnSpPr>
          <p:nvPr/>
        </p:nvCxnSpPr>
        <p:spPr>
          <a:xfrm>
            <a:off x="834491" y="489754"/>
            <a:ext cx="45072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Flèche vers la gauche 102">
            <a:extLst>
              <a:ext uri="{FF2B5EF4-FFF2-40B4-BE49-F238E27FC236}">
                <a16:creationId xmlns:a16="http://schemas.microsoft.com/office/drawing/2014/main" id="{37377C35-5B62-4634-A9F0-6C3899BD8A37}"/>
              </a:ext>
            </a:extLst>
          </p:cNvPr>
          <p:cNvSpPr/>
          <p:nvPr/>
        </p:nvSpPr>
        <p:spPr>
          <a:xfrm rot="16200000">
            <a:off x="2701158" y="1606040"/>
            <a:ext cx="106014" cy="55404"/>
          </a:xfrm>
          <a:prstGeom prst="lef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39FF094B-56FF-48C1-A18E-EA19BD416A4C}"/>
              </a:ext>
            </a:extLst>
          </p:cNvPr>
          <p:cNvCxnSpPr>
            <a:cxnSpLocks/>
          </p:cNvCxnSpPr>
          <p:nvPr/>
        </p:nvCxnSpPr>
        <p:spPr>
          <a:xfrm>
            <a:off x="836828" y="1572567"/>
            <a:ext cx="450920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Flèche vers la gauche 102">
            <a:extLst>
              <a:ext uri="{FF2B5EF4-FFF2-40B4-BE49-F238E27FC236}">
                <a16:creationId xmlns:a16="http://schemas.microsoft.com/office/drawing/2014/main" id="{A739C1F0-10B4-4A84-896A-ABF190B4A018}"/>
              </a:ext>
            </a:extLst>
          </p:cNvPr>
          <p:cNvSpPr/>
          <p:nvPr/>
        </p:nvSpPr>
        <p:spPr>
          <a:xfrm rot="10800000">
            <a:off x="4488464" y="1373414"/>
            <a:ext cx="144467" cy="99705"/>
          </a:xfrm>
          <a:prstGeom prst="left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84" name="Flèche vers la gauche 102">
            <a:extLst>
              <a:ext uri="{FF2B5EF4-FFF2-40B4-BE49-F238E27FC236}">
                <a16:creationId xmlns:a16="http://schemas.microsoft.com/office/drawing/2014/main" id="{4B1A0850-6F5C-497B-8C10-8C3F379C5EDD}"/>
              </a:ext>
            </a:extLst>
          </p:cNvPr>
          <p:cNvSpPr/>
          <p:nvPr/>
        </p:nvSpPr>
        <p:spPr>
          <a:xfrm rot="10800000">
            <a:off x="4867011" y="1369212"/>
            <a:ext cx="144467" cy="99705"/>
          </a:xfrm>
          <a:prstGeom prst="left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85" name="Flèche vers la gauche 102">
            <a:extLst>
              <a:ext uri="{FF2B5EF4-FFF2-40B4-BE49-F238E27FC236}">
                <a16:creationId xmlns:a16="http://schemas.microsoft.com/office/drawing/2014/main" id="{376BFE58-ADF8-4C37-9398-F49989D2166E}"/>
              </a:ext>
            </a:extLst>
          </p:cNvPr>
          <p:cNvSpPr/>
          <p:nvPr/>
        </p:nvSpPr>
        <p:spPr>
          <a:xfrm rot="16200000">
            <a:off x="998177" y="1615163"/>
            <a:ext cx="106014" cy="55404"/>
          </a:xfrm>
          <a:prstGeom prst="lef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88" name="Flèche vers la gauche 102">
            <a:extLst>
              <a:ext uri="{FF2B5EF4-FFF2-40B4-BE49-F238E27FC236}">
                <a16:creationId xmlns:a16="http://schemas.microsoft.com/office/drawing/2014/main" id="{03AA402C-CBF6-44D8-9606-1B06F38394CB}"/>
              </a:ext>
            </a:extLst>
          </p:cNvPr>
          <p:cNvSpPr/>
          <p:nvPr/>
        </p:nvSpPr>
        <p:spPr>
          <a:xfrm rot="16200000">
            <a:off x="1247163" y="1610778"/>
            <a:ext cx="106014" cy="55404"/>
          </a:xfrm>
          <a:prstGeom prst="lef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89" name="Flèche vers la gauche 102">
            <a:extLst>
              <a:ext uri="{FF2B5EF4-FFF2-40B4-BE49-F238E27FC236}">
                <a16:creationId xmlns:a16="http://schemas.microsoft.com/office/drawing/2014/main" id="{1E6103E5-AF94-4F9C-9F64-E07756836A4B}"/>
              </a:ext>
            </a:extLst>
          </p:cNvPr>
          <p:cNvSpPr/>
          <p:nvPr/>
        </p:nvSpPr>
        <p:spPr>
          <a:xfrm rot="16200000">
            <a:off x="5127756" y="1609016"/>
            <a:ext cx="106014" cy="55404"/>
          </a:xfrm>
          <a:prstGeom prst="lef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91" name="Flèche vers la gauche 102">
            <a:extLst>
              <a:ext uri="{FF2B5EF4-FFF2-40B4-BE49-F238E27FC236}">
                <a16:creationId xmlns:a16="http://schemas.microsoft.com/office/drawing/2014/main" id="{AF9A07FB-A92C-40B6-959F-E4E7F68CA600}"/>
              </a:ext>
            </a:extLst>
          </p:cNvPr>
          <p:cNvSpPr/>
          <p:nvPr/>
        </p:nvSpPr>
        <p:spPr>
          <a:xfrm rot="16200000">
            <a:off x="1479437" y="1610777"/>
            <a:ext cx="106014" cy="55404"/>
          </a:xfrm>
          <a:prstGeom prst="lef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B96B4431-1588-4816-979B-B22671A14911}"/>
              </a:ext>
            </a:extLst>
          </p:cNvPr>
          <p:cNvCxnSpPr>
            <a:cxnSpLocks/>
          </p:cNvCxnSpPr>
          <p:nvPr/>
        </p:nvCxnSpPr>
        <p:spPr>
          <a:xfrm>
            <a:off x="694741" y="37540"/>
            <a:ext cx="0" cy="1885413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04E47473-5E0F-7AD1-DC98-76E1B413CEB9}"/>
              </a:ext>
            </a:extLst>
          </p:cNvPr>
          <p:cNvSpPr/>
          <p:nvPr/>
        </p:nvSpPr>
        <p:spPr>
          <a:xfrm>
            <a:off x="1439261" y="234795"/>
            <a:ext cx="152458" cy="13654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E1C24507-D9DA-BBAF-4308-B212E9350872}"/>
              </a:ext>
            </a:extLst>
          </p:cNvPr>
          <p:cNvSpPr/>
          <p:nvPr/>
        </p:nvSpPr>
        <p:spPr>
          <a:xfrm>
            <a:off x="2790535" y="230767"/>
            <a:ext cx="152458" cy="13654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721AD1AE-4136-F331-E727-F0C070FF4FED}"/>
              </a:ext>
            </a:extLst>
          </p:cNvPr>
          <p:cNvSpPr/>
          <p:nvPr/>
        </p:nvSpPr>
        <p:spPr>
          <a:xfrm>
            <a:off x="4238419" y="234795"/>
            <a:ext cx="152458" cy="1365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17" name="Flèche vers la gauche 102">
            <a:extLst>
              <a:ext uri="{FF2B5EF4-FFF2-40B4-BE49-F238E27FC236}">
                <a16:creationId xmlns:a16="http://schemas.microsoft.com/office/drawing/2014/main" id="{A27F6ACB-94B1-AA0F-A449-8C5D32E8E58E}"/>
              </a:ext>
            </a:extLst>
          </p:cNvPr>
          <p:cNvSpPr/>
          <p:nvPr/>
        </p:nvSpPr>
        <p:spPr>
          <a:xfrm rot="16200000">
            <a:off x="2822569" y="515059"/>
            <a:ext cx="106014" cy="55404"/>
          </a:xfrm>
          <a:prstGeom prst="lef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19" name="Flèche vers la gauche 102">
            <a:extLst>
              <a:ext uri="{FF2B5EF4-FFF2-40B4-BE49-F238E27FC236}">
                <a16:creationId xmlns:a16="http://schemas.microsoft.com/office/drawing/2014/main" id="{7217010A-A320-51E8-79D7-ECDAB56F338E}"/>
              </a:ext>
            </a:extLst>
          </p:cNvPr>
          <p:cNvSpPr/>
          <p:nvPr/>
        </p:nvSpPr>
        <p:spPr>
          <a:xfrm rot="16200000">
            <a:off x="254587" y="515059"/>
            <a:ext cx="106014" cy="55404"/>
          </a:xfrm>
          <a:prstGeom prst="lef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20" name="Flèche vers la gauche 102">
            <a:extLst>
              <a:ext uri="{FF2B5EF4-FFF2-40B4-BE49-F238E27FC236}">
                <a16:creationId xmlns:a16="http://schemas.microsoft.com/office/drawing/2014/main" id="{B27D9301-2A5C-1438-0B6A-33FE07A25AED}"/>
              </a:ext>
            </a:extLst>
          </p:cNvPr>
          <p:cNvSpPr/>
          <p:nvPr/>
        </p:nvSpPr>
        <p:spPr>
          <a:xfrm rot="16200000">
            <a:off x="251441" y="1600114"/>
            <a:ext cx="106014" cy="55404"/>
          </a:xfrm>
          <a:prstGeom prst="lef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11" name="Flèche vers la gauche 102">
            <a:extLst>
              <a:ext uri="{FF2B5EF4-FFF2-40B4-BE49-F238E27FC236}">
                <a16:creationId xmlns:a16="http://schemas.microsoft.com/office/drawing/2014/main" id="{81175E17-34A4-8B63-41B2-F23F72E45CEA}"/>
              </a:ext>
            </a:extLst>
          </p:cNvPr>
          <p:cNvSpPr/>
          <p:nvPr/>
        </p:nvSpPr>
        <p:spPr>
          <a:xfrm rot="10800000">
            <a:off x="2033460" y="1787815"/>
            <a:ext cx="106014" cy="55404"/>
          </a:xfrm>
          <a:prstGeom prst="lef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1F4DA8F1-87FF-2DFA-BC94-047637A70139}"/>
              </a:ext>
            </a:extLst>
          </p:cNvPr>
          <p:cNvSpPr/>
          <p:nvPr/>
        </p:nvSpPr>
        <p:spPr>
          <a:xfrm>
            <a:off x="2177136" y="1750492"/>
            <a:ext cx="152458" cy="136543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21" name="Flèche vers la gauche 102">
            <a:extLst>
              <a:ext uri="{FF2B5EF4-FFF2-40B4-BE49-F238E27FC236}">
                <a16:creationId xmlns:a16="http://schemas.microsoft.com/office/drawing/2014/main" id="{0D5CE928-7907-6D86-3D69-EEB1FBC19C37}"/>
              </a:ext>
            </a:extLst>
          </p:cNvPr>
          <p:cNvSpPr/>
          <p:nvPr/>
        </p:nvSpPr>
        <p:spPr>
          <a:xfrm rot="10800000">
            <a:off x="1655557" y="1765664"/>
            <a:ext cx="144467" cy="99705"/>
          </a:xfrm>
          <a:prstGeom prst="left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FE44DE4C-525D-14A2-84E4-5CECD9E78CEC}"/>
              </a:ext>
            </a:extLst>
          </p:cNvPr>
          <p:cNvSpPr txBox="1"/>
          <p:nvPr/>
        </p:nvSpPr>
        <p:spPr>
          <a:xfrm>
            <a:off x="1733916" y="1686749"/>
            <a:ext cx="34336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900" b="1" dirty="0"/>
              <a:t>M4</a:t>
            </a:r>
          </a:p>
        </p:txBody>
      </p:sp>
    </p:spTree>
    <p:extLst>
      <p:ext uri="{BB962C8B-B14F-4D97-AF65-F5344CB8AC3E}">
        <p14:creationId xmlns:p14="http://schemas.microsoft.com/office/powerpoint/2010/main" val="235416039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152</TotalTime>
  <Words>50</Words>
  <Application>Microsoft Macintosh PowerPoint</Application>
  <PresentationFormat>Personnalisé</PresentationFormat>
  <Paragraphs>23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Microsoft Office User</dc:creator>
  <cp:lastModifiedBy>Microsoft Office User</cp:lastModifiedBy>
  <cp:revision>19</cp:revision>
  <dcterms:created xsi:type="dcterms:W3CDTF">2025-07-09T12:46:27Z</dcterms:created>
  <dcterms:modified xsi:type="dcterms:W3CDTF">2025-07-23T08:15:32Z</dcterms:modified>
</cp:coreProperties>
</file>